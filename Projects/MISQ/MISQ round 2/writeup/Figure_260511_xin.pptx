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7" r:id="rId3"/>
    <p:sldId id="273" r:id="rId4"/>
    <p:sldId id="270" r:id="rId5"/>
    <p:sldId id="269" r:id="rId6"/>
    <p:sldId id="263" r:id="rId7"/>
    <p:sldId id="266" r:id="rId8"/>
    <p:sldId id="265" r:id="rId9"/>
    <p:sldId id="264" r:id="rId10"/>
    <p:sldId id="261" r:id="rId11"/>
    <p:sldId id="259" r:id="rId12"/>
    <p:sldId id="260" r:id="rId13"/>
    <p:sldId id="258" r:id="rId14"/>
    <p:sldId id="256" r:id="rId15"/>
    <p:sldId id="257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76" autoAdjust="0"/>
    <p:restoredTop sz="94660"/>
  </p:normalViewPr>
  <p:slideViewPr>
    <p:cSldViewPr snapToGrid="0">
      <p:cViewPr varScale="1">
        <p:scale>
          <a:sx n="93" d="100"/>
          <a:sy n="93" d="100"/>
        </p:scale>
        <p:origin x="4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6546-45D6-3397-6685-D5EB850E6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5477F-7305-A8E6-DB76-85AC26231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13E1-F78C-C5C8-6531-3581FBC1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2680-B447-AD7E-3A29-7058B78B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83258-F303-E9AE-DB85-CFEE0167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7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BFF8-D5B1-AF04-E61F-0E079B09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3186-57D8-1B91-1FA6-BC6C7779A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3541E-2362-FCFF-7E85-D7FF259E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C0904-1EE7-0D4B-4531-B6E6FE9D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0C46-8705-2E1E-1505-F1F8FE25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F258-8788-889B-63A2-BB30AB37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1E8FE-AF2F-8824-CA06-EAAE2BD9B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04647-9688-6E98-94D0-AF9005C1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DE02-92DD-6870-88C4-95292CA6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1A08-291C-162C-EDDF-D7541F45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9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1FC1-B5E9-2401-6874-74954DEA5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E453-DA24-0CF7-8661-CCF7128F5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6E24E-3AF1-1C02-C23E-EFB1C2C82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A5D9-7216-D6F1-2050-2BCDFBC0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3615B-0B5B-F30E-F999-0589ECB7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9BF4A-9ABA-AE98-0FD7-8DBA3018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9389-8B92-8C8B-4948-A27CA21A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D48F6-4C84-3581-1D57-B2F079DE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A4A94-0F74-64F9-6280-B6085B57D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01091-B7BB-BA9D-E60A-1DB254F7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F4657-6FE2-E145-BA9C-0C24B7069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1B72-1270-85BC-2E4D-13CA3D94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F045E-4783-F4B4-330D-11CD20C9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B2BA0-A7E9-B2ED-3F6C-03610E79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9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781E-0D29-4C8B-C4E8-E88C760A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30284-BE08-10CE-5C11-7CFCA9F2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4FA06-B56F-CC5E-D776-597A6016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F62F4-A12C-511D-F236-5D7A48CC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8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50A27-2DEE-968A-2A53-96BFFF40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1F7A0-AD9F-B5BE-CB15-2F127F96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1D4DA-F2D7-8164-FD63-FBBFD2D3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0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4C15-62ED-CAEA-4A79-CF0CD0D7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C3BA-F65E-2BDC-02D8-B6A4A57E4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1F51E-D5C0-D663-5DC1-D2CAF7682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8031A-A8F4-8A34-9EE4-1244F9BD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5EC8F-F2F5-73F1-6D79-0953C34A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A9B7-3125-5AEA-E0A5-526E382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5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EA9F-325E-77A3-BA3F-35684DEF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85A86-DCDA-3D19-EF33-4604A291A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341E8-E418-6D31-7EC8-45A97655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00EBE-DEF1-23CB-7AAB-A24399A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9D3F-2A78-C646-D206-06D72D40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6A637-3AE1-A36E-0F69-CC6204F2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4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BCE-BC2F-BFFB-0014-52A8120A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C5806-4A0B-645C-1F41-FA1CE5E9A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7337D-5E84-5198-D2FB-315492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9F18-1049-8CF0-0D4C-8DD5C562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EAA0-D76D-CABE-BB23-60C19FCC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6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5D258-F781-9A5D-EC79-458C2557D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8E1EB-3B2F-7DEC-1299-4AE21928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810E6-C046-4D69-6003-0B5E7195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FF4E0-39D0-7D44-CAE2-7FAEFDF0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F4590-EBD9-029E-FED6-B43E6B4F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99B6D-9A4D-454B-F38A-EEB69D92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63D50-94D2-31BE-C936-F6B1C87F2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10032-A3FD-D679-F675-FF9EE1122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75E44-BF68-4D37-A7A3-8A7D48E34B1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71BF-C234-41FA-01FE-7ECC3535D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948D-FC1E-8ADE-7ED8-0FDCD7D97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8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B8A8-6B7E-0B79-BFA7-8058FCDA5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46693A-5156-B6E3-E54F-D18C56E4EE9D}"/>
              </a:ext>
            </a:extLst>
          </p:cNvPr>
          <p:cNvCxnSpPr>
            <a:cxnSpLocks/>
          </p:cNvCxnSpPr>
          <p:nvPr/>
        </p:nvCxnSpPr>
        <p:spPr>
          <a:xfrm>
            <a:off x="2343937" y="2641970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E774011-2F28-6E8D-4B4D-C4A8681E3E19}"/>
              </a:ext>
            </a:extLst>
          </p:cNvPr>
          <p:cNvSpPr/>
          <p:nvPr/>
        </p:nvSpPr>
        <p:spPr>
          <a:xfrm>
            <a:off x="2254102" y="1988964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77887-3DFC-DFAC-0DAF-9A2E33F51342}"/>
              </a:ext>
            </a:extLst>
          </p:cNvPr>
          <p:cNvSpPr/>
          <p:nvPr/>
        </p:nvSpPr>
        <p:spPr>
          <a:xfrm>
            <a:off x="3841106" y="1939224"/>
            <a:ext cx="964804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4E1E49-8292-0381-B5F3-E7CB1DC74636}"/>
              </a:ext>
            </a:extLst>
          </p:cNvPr>
          <p:cNvSpPr/>
          <p:nvPr/>
        </p:nvSpPr>
        <p:spPr>
          <a:xfrm>
            <a:off x="8886256" y="1939224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8980C-C213-4384-8F17-17670D4A36A2}"/>
              </a:ext>
            </a:extLst>
          </p:cNvPr>
          <p:cNvSpPr txBox="1"/>
          <p:nvPr/>
        </p:nvSpPr>
        <p:spPr>
          <a:xfrm>
            <a:off x="8430642" y="207459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F96FFD-FD08-86BC-0CCF-CB5C13C54F42}"/>
              </a:ext>
            </a:extLst>
          </p:cNvPr>
          <p:cNvSpPr/>
          <p:nvPr/>
        </p:nvSpPr>
        <p:spPr>
          <a:xfrm>
            <a:off x="5671436" y="1939224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82442E-DFAF-DE14-4B33-6A86E0C2A540}"/>
              </a:ext>
            </a:extLst>
          </p:cNvPr>
          <p:cNvSpPr/>
          <p:nvPr/>
        </p:nvSpPr>
        <p:spPr>
          <a:xfrm>
            <a:off x="7020330" y="1939224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CFE28B70-CBD1-F4EA-4F54-61C12F4AE41D}"/>
              </a:ext>
            </a:extLst>
          </p:cNvPr>
          <p:cNvSpPr/>
          <p:nvPr/>
        </p:nvSpPr>
        <p:spPr>
          <a:xfrm>
            <a:off x="4929660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B5A62AFA-F415-C507-157C-6F1440B796E8}"/>
              </a:ext>
            </a:extLst>
          </p:cNvPr>
          <p:cNvSpPr/>
          <p:nvPr/>
        </p:nvSpPr>
        <p:spPr>
          <a:xfrm>
            <a:off x="5561471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26F597EE-5A08-3E8E-B82C-C6EEC7F29064}"/>
              </a:ext>
            </a:extLst>
          </p:cNvPr>
          <p:cNvSpPr/>
          <p:nvPr/>
        </p:nvSpPr>
        <p:spPr>
          <a:xfrm>
            <a:off x="6247362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D03D3FCD-CBFD-6D05-8837-842FACA3419A}"/>
              </a:ext>
            </a:extLst>
          </p:cNvPr>
          <p:cNvSpPr/>
          <p:nvPr/>
        </p:nvSpPr>
        <p:spPr>
          <a:xfrm>
            <a:off x="6933254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F5A7159A-A67A-E7FD-D432-4A4F305B26B3}"/>
              </a:ext>
            </a:extLst>
          </p:cNvPr>
          <p:cNvSpPr/>
          <p:nvPr/>
        </p:nvSpPr>
        <p:spPr>
          <a:xfrm>
            <a:off x="7566783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66A18064-9294-5BE8-EA34-109210F35B20}"/>
              </a:ext>
            </a:extLst>
          </p:cNvPr>
          <p:cNvSpPr/>
          <p:nvPr/>
        </p:nvSpPr>
        <p:spPr>
          <a:xfrm>
            <a:off x="8200312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84A21ACD-3151-733D-7F70-E6CC51B6FE5D}"/>
              </a:ext>
            </a:extLst>
          </p:cNvPr>
          <p:cNvSpPr/>
          <p:nvPr/>
        </p:nvSpPr>
        <p:spPr>
          <a:xfrm>
            <a:off x="8833840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CB69C9-3F5D-7A1E-56EB-3899E225B0D6}"/>
              </a:ext>
            </a:extLst>
          </p:cNvPr>
          <p:cNvCxnSpPr>
            <a:cxnSpLocks/>
          </p:cNvCxnSpPr>
          <p:nvPr/>
        </p:nvCxnSpPr>
        <p:spPr>
          <a:xfrm>
            <a:off x="2343937" y="4018156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FBBBF45-93E6-431D-4910-E4FC5EA99ED3}"/>
              </a:ext>
            </a:extLst>
          </p:cNvPr>
          <p:cNvSpPr/>
          <p:nvPr/>
        </p:nvSpPr>
        <p:spPr>
          <a:xfrm>
            <a:off x="2254102" y="3365150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0DC238-CBBF-CEEF-2F0D-0624F6F42F4D}"/>
              </a:ext>
            </a:extLst>
          </p:cNvPr>
          <p:cNvSpPr/>
          <p:nvPr/>
        </p:nvSpPr>
        <p:spPr>
          <a:xfrm>
            <a:off x="3841106" y="3315410"/>
            <a:ext cx="964804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BF7368-DAEF-8C82-5A98-72B3344C7B89}"/>
              </a:ext>
            </a:extLst>
          </p:cNvPr>
          <p:cNvSpPr/>
          <p:nvPr/>
        </p:nvSpPr>
        <p:spPr>
          <a:xfrm>
            <a:off x="8886256" y="331541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14F5F-0776-E717-D08B-B46CFBE48460}"/>
              </a:ext>
            </a:extLst>
          </p:cNvPr>
          <p:cNvSpPr txBox="1"/>
          <p:nvPr/>
        </p:nvSpPr>
        <p:spPr>
          <a:xfrm>
            <a:off x="8430642" y="34507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C2824B-D03A-072D-378D-B313EC08F872}"/>
              </a:ext>
            </a:extLst>
          </p:cNvPr>
          <p:cNvSpPr/>
          <p:nvPr/>
        </p:nvSpPr>
        <p:spPr>
          <a:xfrm>
            <a:off x="5671436" y="331541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8BF42E-58D6-B4C4-F439-FE3E9F3A1EC0}"/>
              </a:ext>
            </a:extLst>
          </p:cNvPr>
          <p:cNvSpPr/>
          <p:nvPr/>
        </p:nvSpPr>
        <p:spPr>
          <a:xfrm>
            <a:off x="7020330" y="331541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4E6EEEBB-D7EC-45E0-A613-6C7B678FE967}"/>
              </a:ext>
            </a:extLst>
          </p:cNvPr>
          <p:cNvCxnSpPr>
            <a:cxnSpLocks/>
            <a:stCxn id="22" idx="0"/>
            <a:endCxn id="18" idx="0"/>
          </p:cNvCxnSpPr>
          <p:nvPr/>
        </p:nvCxnSpPr>
        <p:spPr>
          <a:xfrm rot="16200000" flipV="1">
            <a:off x="5317512" y="2321406"/>
            <a:ext cx="12700" cy="198800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D734E86-92F2-EFF1-C0BF-BCF5CDEEF5F9}"/>
              </a:ext>
            </a:extLst>
          </p:cNvPr>
          <p:cNvSpPr txBox="1"/>
          <p:nvPr/>
        </p:nvSpPr>
        <p:spPr>
          <a:xfrm>
            <a:off x="4484790" y="2782546"/>
            <a:ext cx="161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Differentiation</a:t>
            </a:r>
          </a:p>
        </p:txBody>
      </p:sp>
      <p:sp>
        <p:nvSpPr>
          <p:cNvPr id="49" name="Smiley Face 48">
            <a:extLst>
              <a:ext uri="{FF2B5EF4-FFF2-40B4-BE49-F238E27FC236}">
                <a16:creationId xmlns:a16="http://schemas.microsoft.com/office/drawing/2014/main" id="{DCCF8B4A-404C-EB24-167A-6993C9B48AB3}"/>
              </a:ext>
            </a:extLst>
          </p:cNvPr>
          <p:cNvSpPr/>
          <p:nvPr/>
        </p:nvSpPr>
        <p:spPr>
          <a:xfrm>
            <a:off x="5561471" y="1478524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miley Face 51">
            <a:extLst>
              <a:ext uri="{FF2B5EF4-FFF2-40B4-BE49-F238E27FC236}">
                <a16:creationId xmlns:a16="http://schemas.microsoft.com/office/drawing/2014/main" id="{7736BAA7-E1A6-1ACE-84D4-B50275916BD0}"/>
              </a:ext>
            </a:extLst>
          </p:cNvPr>
          <p:cNvSpPr/>
          <p:nvPr/>
        </p:nvSpPr>
        <p:spPr>
          <a:xfrm>
            <a:off x="6933254" y="147165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miley Face 54">
            <a:extLst>
              <a:ext uri="{FF2B5EF4-FFF2-40B4-BE49-F238E27FC236}">
                <a16:creationId xmlns:a16="http://schemas.microsoft.com/office/drawing/2014/main" id="{BD7A83D1-1123-23B0-B80F-FD9C0A209696}"/>
              </a:ext>
            </a:extLst>
          </p:cNvPr>
          <p:cNvSpPr/>
          <p:nvPr/>
        </p:nvSpPr>
        <p:spPr>
          <a:xfrm>
            <a:off x="8833840" y="1478528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EEDD53-47F9-E79F-DD21-7F56778D26EC}"/>
              </a:ext>
            </a:extLst>
          </p:cNvPr>
          <p:cNvSpPr txBox="1"/>
          <p:nvPr/>
        </p:nvSpPr>
        <p:spPr>
          <a:xfrm>
            <a:off x="887931" y="2069430"/>
            <a:ext cx="145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Participation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84FCAD-D18B-9CB9-D1C7-964D27A0126D}"/>
              </a:ext>
            </a:extLst>
          </p:cNvPr>
          <p:cNvSpPr txBox="1"/>
          <p:nvPr/>
        </p:nvSpPr>
        <p:spPr>
          <a:xfrm>
            <a:off x="887931" y="3452492"/>
            <a:ext cx="122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Innovation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0A19B1-4C27-267C-6A6B-717A643B746B}"/>
              </a:ext>
            </a:extLst>
          </p:cNvPr>
          <p:cNvSpPr txBox="1"/>
          <p:nvPr/>
        </p:nvSpPr>
        <p:spPr>
          <a:xfrm>
            <a:off x="887931" y="817165"/>
            <a:ext cx="815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Arrival</a:t>
            </a:r>
          </a:p>
        </p:txBody>
      </p:sp>
    </p:spTree>
    <p:extLst>
      <p:ext uri="{BB962C8B-B14F-4D97-AF65-F5344CB8AC3E}">
        <p14:creationId xmlns:p14="http://schemas.microsoft.com/office/powerpoint/2010/main" val="246130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829E9-7187-3669-CABE-D069CB341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4BBB605-6E18-5203-A9A5-9AC04E5B172E}"/>
              </a:ext>
            </a:extLst>
          </p:cNvPr>
          <p:cNvSpPr/>
          <p:nvPr/>
        </p:nvSpPr>
        <p:spPr>
          <a:xfrm>
            <a:off x="7430702" y="39339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6CDFB3-9B43-2A08-3590-7B9E2F946A05}"/>
              </a:ext>
            </a:extLst>
          </p:cNvPr>
          <p:cNvSpPr/>
          <p:nvPr/>
        </p:nvSpPr>
        <p:spPr>
          <a:xfrm>
            <a:off x="7430702" y="231342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8704F2-2DF8-2C73-98E9-F5410D386459}"/>
              </a:ext>
            </a:extLst>
          </p:cNvPr>
          <p:cNvSpPr/>
          <p:nvPr/>
        </p:nvSpPr>
        <p:spPr>
          <a:xfrm>
            <a:off x="1368256" y="2946116"/>
            <a:ext cx="118872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27F029-9B42-DA2F-9E3B-BC66AB67DBBA}"/>
              </a:ext>
            </a:extLst>
          </p:cNvPr>
          <p:cNvSpPr/>
          <p:nvPr/>
        </p:nvSpPr>
        <p:spPr>
          <a:xfrm>
            <a:off x="5249643" y="4787876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ECDDEA-4EB6-E468-B840-CBD71B6DE2AE}"/>
              </a:ext>
            </a:extLst>
          </p:cNvPr>
          <p:cNvCxnSpPr>
            <a:cxnSpLocks/>
          </p:cNvCxnSpPr>
          <p:nvPr/>
        </p:nvCxnSpPr>
        <p:spPr>
          <a:xfrm flipV="1">
            <a:off x="2556976" y="2637153"/>
            <a:ext cx="4873726" cy="632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F88E2F-B337-9A81-2BD6-A211803AC49A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2556976" y="3266156"/>
            <a:ext cx="4873726" cy="98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079454A-E0CF-9E57-54E6-C67ABC8908EB}"/>
              </a:ext>
            </a:extLst>
          </p:cNvPr>
          <p:cNvSpPr/>
          <p:nvPr/>
        </p:nvSpPr>
        <p:spPr>
          <a:xfrm>
            <a:off x="3078179" y="4785879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Length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C834AB-9AC0-764B-1659-3A8AFFE24F00}"/>
              </a:ext>
            </a:extLst>
          </p:cNvPr>
          <p:cNvSpPr txBox="1"/>
          <p:nvPr/>
        </p:nvSpPr>
        <p:spPr>
          <a:xfrm>
            <a:off x="1349307" y="5562657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5D43CB-4F57-FF83-5413-60795543320B}"/>
              </a:ext>
            </a:extLst>
          </p:cNvPr>
          <p:cNvSpPr txBox="1"/>
          <p:nvPr/>
        </p:nvSpPr>
        <p:spPr>
          <a:xfrm>
            <a:off x="6684601" y="5562657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4F28FD-5C71-D5EE-3F6C-31CC00AA03AC}"/>
              </a:ext>
            </a:extLst>
          </p:cNvPr>
          <p:cNvSpPr txBox="1"/>
          <p:nvPr/>
        </p:nvSpPr>
        <p:spPr>
          <a:xfrm>
            <a:off x="6886482" y="2352407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ED42F5-ABF7-02DF-7666-A9CAFF944EB0}"/>
              </a:ext>
            </a:extLst>
          </p:cNvPr>
          <p:cNvSpPr txBox="1"/>
          <p:nvPr/>
        </p:nvSpPr>
        <p:spPr>
          <a:xfrm>
            <a:off x="6890222" y="388469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C62F07-0119-B3BD-A56E-A30193177E7A}"/>
              </a:ext>
            </a:extLst>
          </p:cNvPr>
          <p:cNvSpPr txBox="1"/>
          <p:nvPr/>
        </p:nvSpPr>
        <p:spPr>
          <a:xfrm>
            <a:off x="3950642" y="41444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890A7D-CD99-6365-AB5F-7A38CC97F8B3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6245859" y="4069357"/>
            <a:ext cx="191936" cy="718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45EDFF2F-D66B-DE4A-3761-5B88394F4220}"/>
              </a:ext>
            </a:extLst>
          </p:cNvPr>
          <p:cNvSpPr/>
          <p:nvPr/>
        </p:nvSpPr>
        <p:spPr>
          <a:xfrm rot="5400000">
            <a:off x="4112459" y="2619787"/>
            <a:ext cx="379613" cy="599196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7D29C9-119C-F3AF-CBEB-F48C872861E3}"/>
              </a:ext>
            </a:extLst>
          </p:cNvPr>
          <p:cNvSpPr txBox="1"/>
          <p:nvPr/>
        </p:nvSpPr>
        <p:spPr>
          <a:xfrm>
            <a:off x="3430739" y="5746025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5189541-55E3-8853-D866-3594447903F1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838353" y="3107585"/>
            <a:ext cx="236042" cy="167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1D0DB58-EB00-C5A3-B2DC-7A6F830E8C55}"/>
              </a:ext>
            </a:extLst>
          </p:cNvPr>
          <p:cNvSpPr txBox="1"/>
          <p:nvPr/>
        </p:nvSpPr>
        <p:spPr>
          <a:xfrm>
            <a:off x="6122822" y="41444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B73291B-B81A-A88B-D188-1EEE890FA53F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4074395" y="3677663"/>
            <a:ext cx="310384" cy="1108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781F7739-0CB9-8461-2B59-4F3C47D0983A}"/>
              </a:ext>
            </a:extLst>
          </p:cNvPr>
          <p:cNvSpPr/>
          <p:nvPr/>
        </p:nvSpPr>
        <p:spPr>
          <a:xfrm>
            <a:off x="1368255" y="4785879"/>
            <a:ext cx="1525579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A3DA69C-46C9-B63A-2321-2E35120ABC16}"/>
              </a:ext>
            </a:extLst>
          </p:cNvPr>
          <p:cNvCxnSpPr>
            <a:cxnSpLocks/>
            <a:stCxn id="61" idx="0"/>
            <a:endCxn id="25" idx="2"/>
          </p:cNvCxnSpPr>
          <p:nvPr/>
        </p:nvCxnSpPr>
        <p:spPr>
          <a:xfrm flipH="1" flipV="1">
            <a:off x="1962616" y="3586196"/>
            <a:ext cx="168429" cy="1199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00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F9B88-46EC-3ADF-52C5-6CA02EE2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C3733FA-A01A-2B6C-3B23-C7EB2E7E95DC}"/>
              </a:ext>
            </a:extLst>
          </p:cNvPr>
          <p:cNvCxnSpPr>
            <a:cxnSpLocks/>
          </p:cNvCxnSpPr>
          <p:nvPr/>
        </p:nvCxnSpPr>
        <p:spPr>
          <a:xfrm>
            <a:off x="1745796" y="4754662"/>
            <a:ext cx="8961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42B4E9A0-0403-9AD4-9112-96CF1849AF01}"/>
              </a:ext>
            </a:extLst>
          </p:cNvPr>
          <p:cNvSpPr/>
          <p:nvPr/>
        </p:nvSpPr>
        <p:spPr>
          <a:xfrm>
            <a:off x="1655961" y="4101656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A1A6E60-B96B-AF66-97A6-66837F4650F1}"/>
              </a:ext>
            </a:extLst>
          </p:cNvPr>
          <p:cNvSpPr/>
          <p:nvPr/>
        </p:nvSpPr>
        <p:spPr>
          <a:xfrm>
            <a:off x="3236087" y="4051916"/>
            <a:ext cx="126716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CB660BF-8CBE-C306-A8B7-386DE1C3A91D}"/>
              </a:ext>
            </a:extLst>
          </p:cNvPr>
          <p:cNvSpPr/>
          <p:nvPr/>
        </p:nvSpPr>
        <p:spPr>
          <a:xfrm>
            <a:off x="5217514" y="4051916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96FBF9-C009-2A32-3809-F0A09BEA197D}"/>
              </a:ext>
            </a:extLst>
          </p:cNvPr>
          <p:cNvSpPr/>
          <p:nvPr/>
        </p:nvSpPr>
        <p:spPr>
          <a:xfrm>
            <a:off x="9086690" y="4051916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F67D6A-A0FE-5258-FF21-954CA8046EB0}"/>
              </a:ext>
            </a:extLst>
          </p:cNvPr>
          <p:cNvSpPr txBox="1"/>
          <p:nvPr/>
        </p:nvSpPr>
        <p:spPr>
          <a:xfrm>
            <a:off x="8491146" y="418729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A98299-D846-D9B4-90AF-2127A7A729FA}"/>
              </a:ext>
            </a:extLst>
          </p:cNvPr>
          <p:cNvSpPr/>
          <p:nvPr/>
        </p:nvSpPr>
        <p:spPr>
          <a:xfrm>
            <a:off x="3223387" y="3105337"/>
            <a:ext cx="126716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009356-7185-8C5D-19F1-3BB839284A6E}"/>
              </a:ext>
            </a:extLst>
          </p:cNvPr>
          <p:cNvSpPr/>
          <p:nvPr/>
        </p:nvSpPr>
        <p:spPr>
          <a:xfrm>
            <a:off x="5204814" y="310533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6BC17F-2CFC-B858-999E-39FBFA1A66BE}"/>
              </a:ext>
            </a:extLst>
          </p:cNvPr>
          <p:cNvSpPr/>
          <p:nvPr/>
        </p:nvSpPr>
        <p:spPr>
          <a:xfrm>
            <a:off x="9086690" y="310533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CFFB4A-0562-0CB3-3585-71244402F1AD}"/>
              </a:ext>
            </a:extLst>
          </p:cNvPr>
          <p:cNvSpPr txBox="1"/>
          <p:nvPr/>
        </p:nvSpPr>
        <p:spPr>
          <a:xfrm>
            <a:off x="7729048" y="324071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4DC4A3-8D85-830B-82DC-A4689DD78182}"/>
              </a:ext>
            </a:extLst>
          </p:cNvPr>
          <p:cNvSpPr/>
          <p:nvPr/>
        </p:nvSpPr>
        <p:spPr>
          <a:xfrm>
            <a:off x="6809618" y="4045566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D40A00-6893-7131-07BC-0EAD9E9638A0}"/>
              </a:ext>
            </a:extLst>
          </p:cNvPr>
          <p:cNvCxnSpPr>
            <a:cxnSpLocks/>
          </p:cNvCxnSpPr>
          <p:nvPr/>
        </p:nvCxnSpPr>
        <p:spPr>
          <a:xfrm>
            <a:off x="1745796" y="2547815"/>
            <a:ext cx="8961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BF12726-4358-FE17-E5A2-E63EF4B9D240}"/>
              </a:ext>
            </a:extLst>
          </p:cNvPr>
          <p:cNvSpPr/>
          <p:nvPr/>
        </p:nvSpPr>
        <p:spPr>
          <a:xfrm>
            <a:off x="1655961" y="1894809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847E11-9462-759B-5943-62BBCBE609FC}"/>
              </a:ext>
            </a:extLst>
          </p:cNvPr>
          <p:cNvSpPr/>
          <p:nvPr/>
        </p:nvSpPr>
        <p:spPr>
          <a:xfrm>
            <a:off x="3242964" y="1845069"/>
            <a:ext cx="1260283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937F0D-BE5E-548F-A1C7-C578B47B31A8}"/>
              </a:ext>
            </a:extLst>
          </p:cNvPr>
          <p:cNvSpPr/>
          <p:nvPr/>
        </p:nvSpPr>
        <p:spPr>
          <a:xfrm>
            <a:off x="9086690" y="184506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D58D2E-AAB3-B4BC-3A8C-53E43C97D5D7}"/>
              </a:ext>
            </a:extLst>
          </p:cNvPr>
          <p:cNvSpPr txBox="1"/>
          <p:nvPr/>
        </p:nvSpPr>
        <p:spPr>
          <a:xfrm>
            <a:off x="8368764" y="19804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2FC370-3E26-4A42-7B31-3E2FAAC38CF9}"/>
              </a:ext>
            </a:extLst>
          </p:cNvPr>
          <p:cNvSpPr/>
          <p:nvPr/>
        </p:nvSpPr>
        <p:spPr>
          <a:xfrm>
            <a:off x="5224548" y="1845069"/>
            <a:ext cx="1443306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D93332-C28E-4475-9898-F778F65F3F34}"/>
              </a:ext>
            </a:extLst>
          </p:cNvPr>
          <p:cNvSpPr/>
          <p:nvPr/>
        </p:nvSpPr>
        <p:spPr>
          <a:xfrm>
            <a:off x="6809618" y="184506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CDDEF-BECB-1475-EAA9-E63594DE2C5B}"/>
              </a:ext>
            </a:extLst>
          </p:cNvPr>
          <p:cNvSpPr/>
          <p:nvPr/>
        </p:nvSpPr>
        <p:spPr>
          <a:xfrm>
            <a:off x="5122015" y="1718797"/>
            <a:ext cx="1631227" cy="3162586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58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9A8227-133E-6D76-FC2D-7049013FE4EF}"/>
              </a:ext>
            </a:extLst>
          </p:cNvPr>
          <p:cNvSpPr/>
          <p:nvPr/>
        </p:nvSpPr>
        <p:spPr>
          <a:xfrm>
            <a:off x="2702340" y="2703372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4B8B51-2D74-263A-ADC8-1592366FB4FC}"/>
              </a:ext>
            </a:extLst>
          </p:cNvPr>
          <p:cNvSpPr/>
          <p:nvPr/>
        </p:nvSpPr>
        <p:spPr>
          <a:xfrm>
            <a:off x="3742844" y="2703372"/>
            <a:ext cx="127031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230C9-B705-6603-3253-F3565552F846}"/>
              </a:ext>
            </a:extLst>
          </p:cNvPr>
          <p:cNvSpPr/>
          <p:nvPr/>
        </p:nvSpPr>
        <p:spPr>
          <a:xfrm>
            <a:off x="8684657" y="568713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B15B9-3AD6-766A-E9C9-0BD06B6D148F}"/>
              </a:ext>
            </a:extLst>
          </p:cNvPr>
          <p:cNvSpPr/>
          <p:nvPr/>
        </p:nvSpPr>
        <p:spPr>
          <a:xfrm>
            <a:off x="5042254" y="2703372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85E167-5974-96F4-6419-0E5B539E0E4A}"/>
              </a:ext>
            </a:extLst>
          </p:cNvPr>
          <p:cNvSpPr/>
          <p:nvPr/>
        </p:nvSpPr>
        <p:spPr>
          <a:xfrm>
            <a:off x="2625338" y="568713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DFEFD-55BC-DD85-CFEE-280023053321}"/>
              </a:ext>
            </a:extLst>
          </p:cNvPr>
          <p:cNvSpPr/>
          <p:nvPr/>
        </p:nvSpPr>
        <p:spPr>
          <a:xfrm>
            <a:off x="2702340" y="1598617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277BC9-46B0-05E9-3281-C61DA02BFC81}"/>
              </a:ext>
            </a:extLst>
          </p:cNvPr>
          <p:cNvSpPr/>
          <p:nvPr/>
        </p:nvSpPr>
        <p:spPr>
          <a:xfrm>
            <a:off x="3742844" y="1598617"/>
            <a:ext cx="127031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DC9E5B-AAF5-6C09-5091-675A5CE964DA}"/>
              </a:ext>
            </a:extLst>
          </p:cNvPr>
          <p:cNvSpPr/>
          <p:nvPr/>
        </p:nvSpPr>
        <p:spPr>
          <a:xfrm>
            <a:off x="8684657" y="159861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94A58B-2C51-0E39-981B-AC8029512B70}"/>
              </a:ext>
            </a:extLst>
          </p:cNvPr>
          <p:cNvSpPr/>
          <p:nvPr/>
        </p:nvSpPr>
        <p:spPr>
          <a:xfrm>
            <a:off x="8684657" y="2703372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348334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C960A-5AE1-E229-7272-908C92EA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54B5E4E4-1614-0AB0-3026-BA2781132897}"/>
              </a:ext>
            </a:extLst>
          </p:cNvPr>
          <p:cNvSpPr/>
          <p:nvPr/>
        </p:nvSpPr>
        <p:spPr>
          <a:xfrm>
            <a:off x="4391747" y="50285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Quality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744663D-6C9C-C95A-C3FE-57AC6AF510A7}"/>
              </a:ext>
            </a:extLst>
          </p:cNvPr>
          <p:cNvCxnSpPr>
            <a:cxnSpLocks/>
          </p:cNvCxnSpPr>
          <p:nvPr/>
        </p:nvCxnSpPr>
        <p:spPr>
          <a:xfrm>
            <a:off x="2343937" y="3429123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5131934-64C9-B0CA-AC98-AC5BCBF3E993}"/>
              </a:ext>
            </a:extLst>
          </p:cNvPr>
          <p:cNvSpPr/>
          <p:nvPr/>
        </p:nvSpPr>
        <p:spPr>
          <a:xfrm>
            <a:off x="7646073" y="4505816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≥2 Answer Number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876DA3F-FAA4-CA71-C082-12C31069F846}"/>
              </a:ext>
            </a:extLst>
          </p:cNvPr>
          <p:cNvSpPr/>
          <p:nvPr/>
        </p:nvSpPr>
        <p:spPr>
          <a:xfrm>
            <a:off x="2254102" y="2776117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B96B1A1-18B2-5634-5F21-3A7EBE73D7F7}"/>
              </a:ext>
            </a:extLst>
          </p:cNvPr>
          <p:cNvSpPr/>
          <p:nvPr/>
        </p:nvSpPr>
        <p:spPr>
          <a:xfrm>
            <a:off x="4128483" y="2726377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AF70378-DA54-136B-5091-003897CDE7F0}"/>
              </a:ext>
            </a:extLst>
          </p:cNvPr>
          <p:cNvSpPr/>
          <p:nvPr/>
        </p:nvSpPr>
        <p:spPr>
          <a:xfrm>
            <a:off x="5168987" y="2726377"/>
            <a:ext cx="127031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B00DF2C-6155-B2E7-BFDE-E105177946F2}"/>
              </a:ext>
            </a:extLst>
          </p:cNvPr>
          <p:cNvSpPr/>
          <p:nvPr/>
        </p:nvSpPr>
        <p:spPr>
          <a:xfrm>
            <a:off x="8872354" y="272637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11DD0F-D6F9-8AEB-3664-939A65405BAE}"/>
              </a:ext>
            </a:extLst>
          </p:cNvPr>
          <p:cNvSpPr txBox="1"/>
          <p:nvPr/>
        </p:nvSpPr>
        <p:spPr>
          <a:xfrm>
            <a:off x="8493739" y="286175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AB78C94-1B1A-D657-AC9C-81F1CA75A55F}"/>
              </a:ext>
            </a:extLst>
          </p:cNvPr>
          <p:cNvSpPr/>
          <p:nvPr/>
        </p:nvSpPr>
        <p:spPr>
          <a:xfrm>
            <a:off x="7646073" y="3865519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≥2 Answer Quality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F9D1C54-5EB0-F56B-4154-36795F1BA3F2}"/>
              </a:ext>
            </a:extLst>
          </p:cNvPr>
          <p:cNvSpPr/>
          <p:nvPr/>
        </p:nvSpPr>
        <p:spPr>
          <a:xfrm>
            <a:off x="4391747" y="566864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FA764B2-A340-1441-F15B-B6109077DD2C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096000" y="4465621"/>
            <a:ext cx="1479082" cy="20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C054399-1EE4-7FB8-38D5-97641C097C1F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5946227" y="4465621"/>
            <a:ext cx="841502" cy="1523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CAF2A7F-FA52-6671-51A6-099DA5EF6A44}"/>
              </a:ext>
            </a:extLst>
          </p:cNvPr>
          <p:cNvSpPr/>
          <p:nvPr/>
        </p:nvSpPr>
        <p:spPr>
          <a:xfrm>
            <a:off x="4128483" y="1951677"/>
            <a:ext cx="231081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FF68BB-C0A4-3DDF-85F1-BDDBB36D91BA}"/>
              </a:ext>
            </a:extLst>
          </p:cNvPr>
          <p:cNvSpPr/>
          <p:nvPr/>
        </p:nvSpPr>
        <p:spPr>
          <a:xfrm>
            <a:off x="7173554" y="195167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09C6B8-8596-0471-7E6E-07DF986F4C0C}"/>
              </a:ext>
            </a:extLst>
          </p:cNvPr>
          <p:cNvSpPr/>
          <p:nvPr/>
        </p:nvSpPr>
        <p:spPr>
          <a:xfrm>
            <a:off x="8875473" y="195167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BC54DB-001F-3CE4-E3DE-83B2383B2EE7}"/>
              </a:ext>
            </a:extLst>
          </p:cNvPr>
          <p:cNvSpPr txBox="1"/>
          <p:nvPr/>
        </p:nvSpPr>
        <p:spPr>
          <a:xfrm>
            <a:off x="8496858" y="208705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6A6AA-ABE5-E49A-E38E-0365FCDE6AF3}"/>
              </a:ext>
            </a:extLst>
          </p:cNvPr>
          <p:cNvSpPr/>
          <p:nvPr/>
        </p:nvSpPr>
        <p:spPr>
          <a:xfrm>
            <a:off x="7173554" y="2732559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F82ACB-4963-D112-8AA1-45E379D2B676}"/>
              </a:ext>
            </a:extLst>
          </p:cNvPr>
          <p:cNvSpPr/>
          <p:nvPr/>
        </p:nvSpPr>
        <p:spPr>
          <a:xfrm>
            <a:off x="4389120" y="4165887"/>
            <a:ext cx="17068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 Quality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001D2F-D799-306B-F069-615C97EACF1D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5946227" y="4465621"/>
            <a:ext cx="841502" cy="882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02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410EF-9DB5-850A-3184-A2689F6C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3C661D-0D37-FA83-8DE1-42B17C54C890}"/>
              </a:ext>
            </a:extLst>
          </p:cNvPr>
          <p:cNvSpPr/>
          <p:nvPr/>
        </p:nvSpPr>
        <p:spPr>
          <a:xfrm>
            <a:off x="4132897" y="370583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BA183F-573C-6DD3-DC81-D87CD9C0C109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B26CBB-C2F9-6299-E7FD-CBDE498D645C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7319951-2C01-BE9C-7DCF-A8BA049DE7EB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89A151-0238-DDCE-A2E9-DF8BD9E336E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827520" y="2417207"/>
            <a:ext cx="221091" cy="605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EB447F-5AF7-AE25-96DB-D8149D924F59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522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CAEF6-AFCE-EC54-4F41-5425ACB2692E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6E4DC5F-5706-4409-8AED-4125DB42B70A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0FBB81-F261-8A64-A8D1-F23157274401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8395F3-A01C-DB5F-1FC9-D0B3A0711291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5961697" y="4025878"/>
            <a:ext cx="4190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CC37E2D-2599-3C52-4387-5757C48330D9}"/>
              </a:ext>
            </a:extLst>
          </p:cNvPr>
          <p:cNvCxnSpPr>
            <a:cxnSpLocks/>
          </p:cNvCxnSpPr>
          <p:nvPr/>
        </p:nvCxnSpPr>
        <p:spPr>
          <a:xfrm flipH="1">
            <a:off x="6403315" y="2414205"/>
            <a:ext cx="424205" cy="161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F5BC5DC-8D4C-9BD9-4AC6-BFF1778DBCB4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6AD81A-5ADF-613A-61C5-1C9B94B60043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691A6-0E75-B6B8-85B7-0DC05A3A4559}"/>
              </a:ext>
            </a:extLst>
          </p:cNvPr>
          <p:cNvSpPr txBox="1"/>
          <p:nvPr/>
        </p:nvSpPr>
        <p:spPr>
          <a:xfrm>
            <a:off x="7350912" y="37058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D4DFDD5-3D2B-7068-5BD0-E900ECAC71DE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FC3BB4D-33AA-A0CB-67CB-83A12EB1B298}"/>
              </a:ext>
            </a:extLst>
          </p:cNvPr>
          <p:cNvSpPr txBox="1"/>
          <p:nvPr/>
        </p:nvSpPr>
        <p:spPr>
          <a:xfrm>
            <a:off x="6575613" y="303301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D1B5B1-B4D6-6156-57EB-2EF3F8AFCFCD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1D2E12-9CCA-3B53-9427-614183B0B65B}"/>
              </a:ext>
            </a:extLst>
          </p:cNvPr>
          <p:cNvSpPr txBox="1"/>
          <p:nvPr/>
        </p:nvSpPr>
        <p:spPr>
          <a:xfrm>
            <a:off x="6430003" y="3429000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3CBD7C-79F5-4DE3-6240-C3DC8F8A2105}"/>
              </a:ext>
            </a:extLst>
          </p:cNvPr>
          <p:cNvSpPr txBox="1"/>
          <p:nvPr/>
        </p:nvSpPr>
        <p:spPr>
          <a:xfrm>
            <a:off x="7503081" y="4024523"/>
            <a:ext cx="164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23746B-1DED-FDC8-A0B5-A6E56B8B3E37}"/>
              </a:ext>
            </a:extLst>
          </p:cNvPr>
          <p:cNvSpPr/>
          <p:nvPr/>
        </p:nvSpPr>
        <p:spPr>
          <a:xfrm>
            <a:off x="10152205" y="370583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Innovation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40CAA7-F4AD-F878-553E-46089312A22B}"/>
              </a:ext>
            </a:extLst>
          </p:cNvPr>
          <p:cNvCxnSpPr>
            <a:cxnSpLocks/>
            <a:stCxn id="13" idx="2"/>
            <a:endCxn id="2" idx="1"/>
          </p:cNvCxnSpPr>
          <p:nvPr/>
        </p:nvCxnSpPr>
        <p:spPr>
          <a:xfrm>
            <a:off x="8830975" y="3371324"/>
            <a:ext cx="1321230" cy="65455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31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F5AB-FDD0-408B-D9B6-B4D6349F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DA0CA1-1051-AD70-9C89-5601D24048AE}"/>
              </a:ext>
            </a:extLst>
          </p:cNvPr>
          <p:cNvSpPr/>
          <p:nvPr/>
        </p:nvSpPr>
        <p:spPr>
          <a:xfrm>
            <a:off x="4132897" y="370583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F55F91-DB01-C3DB-A757-49F09A897175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75151D-F743-021D-A02F-1E6283756315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0891F2D-227E-1A20-5820-30DE259B56B5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CF31CC-C31D-80A2-5087-59803CE4C7E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827520" y="2417207"/>
            <a:ext cx="221091" cy="605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63CA99B-FAD8-9D45-CAC8-88559E6411AF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522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5A8E065-053A-E562-AF10-735D6856E9EE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8B07517-CA8E-C5A2-6756-2FDA4F3639B6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A5E02A-1FD7-52A3-F603-75E65E280E29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C4912E-8DA0-AF65-BFDA-59060C79724D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5961697" y="4025878"/>
            <a:ext cx="4190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4896BE-7441-28EA-894F-9199D0F59ACA}"/>
              </a:ext>
            </a:extLst>
          </p:cNvPr>
          <p:cNvCxnSpPr>
            <a:cxnSpLocks/>
          </p:cNvCxnSpPr>
          <p:nvPr/>
        </p:nvCxnSpPr>
        <p:spPr>
          <a:xfrm flipH="1">
            <a:off x="6403315" y="2414205"/>
            <a:ext cx="424205" cy="161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04E429B-D04E-D830-0F42-7823E311F068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35903C-BD90-3184-A0A4-C5CB5714B974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7C9B9A-C7B7-A8FB-95EC-6893734ED202}"/>
              </a:ext>
            </a:extLst>
          </p:cNvPr>
          <p:cNvSpPr txBox="1"/>
          <p:nvPr/>
        </p:nvSpPr>
        <p:spPr>
          <a:xfrm>
            <a:off x="7350912" y="37058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2EFE17-B011-E863-12B5-2ADEF177FBCF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3C3D307-BC62-3C96-9817-329AE1B566C4}"/>
              </a:ext>
            </a:extLst>
          </p:cNvPr>
          <p:cNvSpPr txBox="1"/>
          <p:nvPr/>
        </p:nvSpPr>
        <p:spPr>
          <a:xfrm>
            <a:off x="6575613" y="303301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3147AA-E4AE-9455-868A-78C7CEA81904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5839AB-1DCE-7244-4937-E1405EDED4AA}"/>
              </a:ext>
            </a:extLst>
          </p:cNvPr>
          <p:cNvSpPr txBox="1"/>
          <p:nvPr/>
        </p:nvSpPr>
        <p:spPr>
          <a:xfrm>
            <a:off x="6430003" y="3429000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C6D2C8-4666-5C91-EF60-6EC7E1E242D0}"/>
              </a:ext>
            </a:extLst>
          </p:cNvPr>
          <p:cNvSpPr txBox="1"/>
          <p:nvPr/>
        </p:nvSpPr>
        <p:spPr>
          <a:xfrm>
            <a:off x="7503081" y="4024523"/>
            <a:ext cx="164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138B85-5EFD-F807-F510-2A190A2009EC}"/>
              </a:ext>
            </a:extLst>
          </p:cNvPr>
          <p:cNvSpPr/>
          <p:nvPr/>
        </p:nvSpPr>
        <p:spPr>
          <a:xfrm>
            <a:off x="10152205" y="370583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Innovation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FE21239-43EF-243C-CAA7-EB648A16EB07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5961697" y="4025878"/>
            <a:ext cx="3566930" cy="520598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12A5A5-D88A-0694-FF0E-0B0452F2F007}"/>
              </a:ext>
            </a:extLst>
          </p:cNvPr>
          <p:cNvCxnSpPr>
            <a:cxnSpLocks/>
            <a:stCxn id="13" idx="2"/>
            <a:endCxn id="2" idx="1"/>
          </p:cNvCxnSpPr>
          <p:nvPr/>
        </p:nvCxnSpPr>
        <p:spPr>
          <a:xfrm>
            <a:off x="8830975" y="3371324"/>
            <a:ext cx="1321230" cy="65455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91D9B04-49CD-90BA-5C8B-FD2532A19B66}"/>
              </a:ext>
            </a:extLst>
          </p:cNvPr>
          <p:cNvSpPr/>
          <p:nvPr/>
        </p:nvSpPr>
        <p:spPr>
          <a:xfrm>
            <a:off x="8797107" y="4546476"/>
            <a:ext cx="146304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Recognition</a:t>
            </a:r>
          </a:p>
        </p:txBody>
      </p:sp>
    </p:spTree>
    <p:extLst>
      <p:ext uri="{BB962C8B-B14F-4D97-AF65-F5344CB8AC3E}">
        <p14:creationId xmlns:p14="http://schemas.microsoft.com/office/powerpoint/2010/main" val="248235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3F5A-3F1F-7675-1CAC-8AE82F3D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19B560-EA5D-D607-D001-881D767E61F6}"/>
              </a:ext>
            </a:extLst>
          </p:cNvPr>
          <p:cNvSpPr/>
          <p:nvPr/>
        </p:nvSpPr>
        <p:spPr>
          <a:xfrm>
            <a:off x="4132897" y="413209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A50BBF-F335-5C84-DAE7-0368D3D1557D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AFC7C7-938B-8B1E-2190-13FB2C77713A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2D6C74C-1704-0652-D770-17AD5B5704D3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B58CE4-E4DA-E665-45BF-472F37AEE075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820645" y="2417207"/>
            <a:ext cx="0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B254DB0-F8F2-5F9B-66F7-27C1D1E0EC04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949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57C8545-2498-0381-FAB0-8E9E49026D74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146D06E-125E-21A5-634F-2BB8B6C5274F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6AFF5D-2132-B72D-BA96-291183F3CE60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274D781-4AFB-736D-5D1E-C7EC141E19F7}"/>
              </a:ext>
            </a:extLst>
          </p:cNvPr>
          <p:cNvSpPr/>
          <p:nvPr/>
        </p:nvSpPr>
        <p:spPr>
          <a:xfrm>
            <a:off x="8099455" y="41320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F1501A4-4235-BBBD-207B-C0FFF6570AE1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5961697" y="4452138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01208C-D400-5E38-B657-43AA592799B8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6851575" y="4452137"/>
            <a:ext cx="0" cy="524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6BE662B-B42B-C83F-1655-B1F24B255C12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610523-A633-9F8B-2D21-AEA283C8C59C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3A1D8E-4755-C5D4-6263-01CE52FC04B4}"/>
              </a:ext>
            </a:extLst>
          </p:cNvPr>
          <p:cNvSpPr txBox="1"/>
          <p:nvPr/>
        </p:nvSpPr>
        <p:spPr>
          <a:xfrm>
            <a:off x="7350912" y="41320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FC40435-8B88-B5A1-6101-98EBFA0C64F7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BD9AB35-8218-DB61-EC26-0A8D1776A89D}"/>
              </a:ext>
            </a:extLst>
          </p:cNvPr>
          <p:cNvSpPr txBox="1"/>
          <p:nvPr/>
        </p:nvSpPr>
        <p:spPr>
          <a:xfrm>
            <a:off x="6325041" y="298949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7FFF3E-C250-643B-A898-F22181143E0A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09373B6-C7BE-5D0E-60C8-D3154AF6346C}"/>
              </a:ext>
            </a:extLst>
          </p:cNvPr>
          <p:cNvSpPr/>
          <p:nvPr/>
        </p:nvSpPr>
        <p:spPr>
          <a:xfrm>
            <a:off x="6120055" y="497640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7BD84E-38C9-4073-48E3-22864AC8CB50}"/>
              </a:ext>
            </a:extLst>
          </p:cNvPr>
          <p:cNvSpPr txBox="1"/>
          <p:nvPr/>
        </p:nvSpPr>
        <p:spPr>
          <a:xfrm>
            <a:off x="6788202" y="4607069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5E08EE-CEB1-FFBA-5179-2F690FE4678A}"/>
              </a:ext>
            </a:extLst>
          </p:cNvPr>
          <p:cNvSpPr txBox="1"/>
          <p:nvPr/>
        </p:nvSpPr>
        <p:spPr>
          <a:xfrm>
            <a:off x="6187046" y="4476784"/>
            <a:ext cx="173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034BD1-F690-2212-CB2A-F4F31AB1AC0C}"/>
              </a:ext>
            </a:extLst>
          </p:cNvPr>
          <p:cNvSpPr/>
          <p:nvPr/>
        </p:nvSpPr>
        <p:spPr>
          <a:xfrm>
            <a:off x="10100135" y="342151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Innovation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889D83-DC87-0A04-5DA3-B30B14A380BD}"/>
              </a:ext>
            </a:extLst>
          </p:cNvPr>
          <p:cNvCxnSpPr>
            <a:cxnSpLocks/>
            <a:stCxn id="28" idx="1"/>
            <a:endCxn id="2" idx="1"/>
          </p:cNvCxnSpPr>
          <p:nvPr/>
        </p:nvCxnSpPr>
        <p:spPr>
          <a:xfrm rot="10800000" flipH="1">
            <a:off x="8099455" y="3741554"/>
            <a:ext cx="2000680" cy="710585"/>
          </a:xfrm>
          <a:prstGeom prst="bentConnector3">
            <a:avLst>
              <a:gd name="adj1" fmla="val -11426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EAC76A-5977-9B3B-A235-89B10C52931D}"/>
              </a:ext>
            </a:extLst>
          </p:cNvPr>
          <p:cNvCxnSpPr>
            <a:cxnSpLocks/>
            <a:stCxn id="13" idx="3"/>
            <a:endCxn id="2" idx="1"/>
          </p:cNvCxnSpPr>
          <p:nvPr/>
        </p:nvCxnSpPr>
        <p:spPr>
          <a:xfrm>
            <a:off x="9562495" y="3051284"/>
            <a:ext cx="537640" cy="6902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79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8F614-3B8E-078D-D5E2-52128E8A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9BEA91-F59B-B99A-0B1E-2E68713D5AE8}"/>
              </a:ext>
            </a:extLst>
          </p:cNvPr>
          <p:cNvSpPr/>
          <p:nvPr/>
        </p:nvSpPr>
        <p:spPr>
          <a:xfrm>
            <a:off x="4132897" y="3643960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098CF-F8E2-5B21-D33D-E45272A8373E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B713BD-8DDE-A341-6B80-9E74C34267A7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6786D62-031F-5144-B075-B39470848613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9904BA-B173-23E7-3174-7351AFC3F6A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820645" y="2417207"/>
            <a:ext cx="0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1BF397-8A4B-9DDD-5E3C-541472FACCCF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46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B2A17A0-80DA-F5DE-4DBB-6C3C03637D16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F68C08D-8361-4ED2-C0E6-50BB29388C74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F29BB7-A4A4-02AE-8A6A-FD478E7B5999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E8B5F88-4CD2-A9D5-ECEE-BFB9418B3F65}"/>
              </a:ext>
            </a:extLst>
          </p:cNvPr>
          <p:cNvSpPr/>
          <p:nvPr/>
        </p:nvSpPr>
        <p:spPr>
          <a:xfrm>
            <a:off x="8099455" y="3643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699B90-4F4F-EB5E-5C5F-4636E390D415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5961697" y="3964000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C45B2C-48FA-F47C-65CE-489138AB4A34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6851575" y="3963999"/>
            <a:ext cx="0" cy="524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B9CAC8C-E20E-F807-F369-5FCB75E45E7F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8F2B75-6519-B2E3-880C-284DDE2B24C3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888DA5-7280-FA62-14A2-5627E2D21E8B}"/>
              </a:ext>
            </a:extLst>
          </p:cNvPr>
          <p:cNvSpPr txBox="1"/>
          <p:nvPr/>
        </p:nvSpPr>
        <p:spPr>
          <a:xfrm>
            <a:off x="7350912" y="3643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DE5F4EB-BCDF-CA02-2649-8C317526E9B7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52EAD5B-3557-DCAA-2DAD-E6909A2E9ADA}"/>
              </a:ext>
            </a:extLst>
          </p:cNvPr>
          <p:cNvSpPr txBox="1"/>
          <p:nvPr/>
        </p:nvSpPr>
        <p:spPr>
          <a:xfrm>
            <a:off x="6325041" y="298949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293AEB-5BD5-00A4-A09D-D61ED94E9AC6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6B1F7D8-73DD-2A28-01D7-6C896320DF04}"/>
              </a:ext>
            </a:extLst>
          </p:cNvPr>
          <p:cNvSpPr/>
          <p:nvPr/>
        </p:nvSpPr>
        <p:spPr>
          <a:xfrm>
            <a:off x="6120055" y="448826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75518F-20A3-C434-651F-31AFC82F2DCB}"/>
              </a:ext>
            </a:extLst>
          </p:cNvPr>
          <p:cNvSpPr txBox="1"/>
          <p:nvPr/>
        </p:nvSpPr>
        <p:spPr>
          <a:xfrm>
            <a:off x="6788202" y="4118931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88879C0-AC37-3930-F7F9-1F0D4F6DEDAA}"/>
              </a:ext>
            </a:extLst>
          </p:cNvPr>
          <p:cNvSpPr txBox="1"/>
          <p:nvPr/>
        </p:nvSpPr>
        <p:spPr>
          <a:xfrm>
            <a:off x="6187046" y="3988646"/>
            <a:ext cx="173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  </a:t>
            </a:r>
          </a:p>
        </p:txBody>
      </p:sp>
    </p:spTree>
    <p:extLst>
      <p:ext uri="{BB962C8B-B14F-4D97-AF65-F5344CB8AC3E}">
        <p14:creationId xmlns:p14="http://schemas.microsoft.com/office/powerpoint/2010/main" val="1646037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EC400-1423-E1D9-929C-A6C0621B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93E0B5-B74E-5C53-908C-3066DCD6DB3C}"/>
              </a:ext>
            </a:extLst>
          </p:cNvPr>
          <p:cNvSpPr/>
          <p:nvPr/>
        </p:nvSpPr>
        <p:spPr>
          <a:xfrm>
            <a:off x="4837379" y="527708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8D44C-020C-C7EC-6EFD-11130F5BB3F5}"/>
              </a:ext>
            </a:extLst>
          </p:cNvPr>
          <p:cNvSpPr/>
          <p:nvPr/>
        </p:nvSpPr>
        <p:spPr>
          <a:xfrm>
            <a:off x="2244483" y="233369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351F1F-77AC-1A4B-4B33-44873B833ECB}"/>
              </a:ext>
            </a:extLst>
          </p:cNvPr>
          <p:cNvCxnSpPr>
            <a:cxnSpLocks/>
          </p:cNvCxnSpPr>
          <p:nvPr/>
        </p:nvCxnSpPr>
        <p:spPr>
          <a:xfrm flipV="1">
            <a:off x="3707523" y="3293813"/>
            <a:ext cx="2927518" cy="574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5F6C34F-F393-77DF-81CC-79F773DD429F}"/>
              </a:ext>
            </a:extLst>
          </p:cNvPr>
          <p:cNvSpPr/>
          <p:nvPr/>
        </p:nvSpPr>
        <p:spPr>
          <a:xfrm>
            <a:off x="2244483" y="352147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Quality???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79B527-A819-21DE-64B9-3F6CBAD141A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707523" y="2653734"/>
            <a:ext cx="1477178" cy="899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0B0207-2D46-172A-8D88-17D431695350}"/>
              </a:ext>
            </a:extLst>
          </p:cNvPr>
          <p:cNvCxnSpPr>
            <a:cxnSpLocks/>
            <a:stCxn id="66" idx="2"/>
            <a:endCxn id="4" idx="1"/>
          </p:cNvCxnSpPr>
          <p:nvPr/>
        </p:nvCxnSpPr>
        <p:spPr>
          <a:xfrm rot="16200000" flipH="1">
            <a:off x="1971406" y="2731155"/>
            <a:ext cx="1983274" cy="374867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7BF2DE3-A437-50AC-BBB0-70016A753DF7}"/>
              </a:ext>
            </a:extLst>
          </p:cNvPr>
          <p:cNvGrpSpPr/>
          <p:nvPr/>
        </p:nvGrpSpPr>
        <p:grpSpPr>
          <a:xfrm>
            <a:off x="6635041" y="2636040"/>
            <a:ext cx="3291840" cy="1280160"/>
            <a:chOff x="7710308" y="2636040"/>
            <a:chExt cx="3291840" cy="12801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0FCB35-798D-C487-E7BF-2C5BC843E007}"/>
                </a:ext>
              </a:extLst>
            </p:cNvPr>
            <p:cNvSpPr/>
            <p:nvPr/>
          </p:nvSpPr>
          <p:spPr>
            <a:xfrm>
              <a:off x="7710308" y="2638495"/>
              <a:ext cx="1463040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Answerer Contribution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2B5414-A19D-6E3F-3A05-4E45D51FFD17}"/>
                </a:ext>
              </a:extLst>
            </p:cNvPr>
            <p:cNvSpPr/>
            <p:nvPr/>
          </p:nvSpPr>
          <p:spPr>
            <a:xfrm>
              <a:off x="7710308" y="3276120"/>
              <a:ext cx="1463040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Answerer Innovation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DB78A27-AB43-753E-A6F4-4DA51B23AD90}"/>
                </a:ext>
              </a:extLst>
            </p:cNvPr>
            <p:cNvSpPr/>
            <p:nvPr/>
          </p:nvSpPr>
          <p:spPr>
            <a:xfrm>
              <a:off x="9173348" y="3276120"/>
              <a:ext cx="1828800" cy="64008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Encouragement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7D76C7F-1E25-758A-D532-BAE7ECAB9004}"/>
                </a:ext>
              </a:extLst>
            </p:cNvPr>
            <p:cNvSpPr/>
            <p:nvPr/>
          </p:nvSpPr>
          <p:spPr>
            <a:xfrm>
              <a:off x="9173348" y="2636040"/>
              <a:ext cx="1828800" cy="64008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Deterrence</a:t>
              </a:r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375AD23-8401-476C-79E3-715FC48B7BF5}"/>
              </a:ext>
            </a:extLst>
          </p:cNvPr>
          <p:cNvCxnSpPr>
            <a:cxnSpLocks/>
          </p:cNvCxnSpPr>
          <p:nvPr/>
        </p:nvCxnSpPr>
        <p:spPr>
          <a:xfrm>
            <a:off x="0" y="4749800"/>
            <a:ext cx="100414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2AA4FEDC-8CB2-2DAA-8E8D-A133CEB9F942}"/>
              </a:ext>
            </a:extLst>
          </p:cNvPr>
          <p:cNvCxnSpPr>
            <a:stCxn id="5" idx="1"/>
            <a:endCxn id="8" idx="1"/>
          </p:cNvCxnSpPr>
          <p:nvPr/>
        </p:nvCxnSpPr>
        <p:spPr>
          <a:xfrm rot="10800000" flipV="1">
            <a:off x="2244483" y="2653733"/>
            <a:ext cx="12700" cy="1187777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A35EE51-7A85-9F30-71F6-852DD70249BB}"/>
              </a:ext>
            </a:extLst>
          </p:cNvPr>
          <p:cNvSpPr/>
          <p:nvPr/>
        </p:nvSpPr>
        <p:spPr>
          <a:xfrm>
            <a:off x="174308" y="297377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Competition</a:t>
            </a:r>
          </a:p>
        </p:txBody>
      </p:sp>
    </p:spTree>
    <p:extLst>
      <p:ext uri="{BB962C8B-B14F-4D97-AF65-F5344CB8AC3E}">
        <p14:creationId xmlns:p14="http://schemas.microsoft.com/office/powerpoint/2010/main" val="3400843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C5BC-A3EA-9D89-14B1-C11726DD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B2AE0F-EEE8-03B3-9834-48C488A92520}"/>
              </a:ext>
            </a:extLst>
          </p:cNvPr>
          <p:cNvCxnSpPr>
            <a:cxnSpLocks/>
          </p:cNvCxnSpPr>
          <p:nvPr/>
        </p:nvCxnSpPr>
        <p:spPr>
          <a:xfrm>
            <a:off x="2343937" y="-1162756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863AB9A-E76D-6537-47F3-8DA3BB2686DB}"/>
              </a:ext>
            </a:extLst>
          </p:cNvPr>
          <p:cNvSpPr/>
          <p:nvPr/>
        </p:nvSpPr>
        <p:spPr>
          <a:xfrm>
            <a:off x="7430703" y="-439020"/>
            <a:ext cx="176985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Human Answer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525827-54C6-3CBD-159A-8BE911BE190F}"/>
              </a:ext>
            </a:extLst>
          </p:cNvPr>
          <p:cNvSpPr/>
          <p:nvPr/>
        </p:nvSpPr>
        <p:spPr>
          <a:xfrm>
            <a:off x="2254102" y="-1815762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1CBFE-04EA-7BA9-D628-CFADCB082EF5}"/>
              </a:ext>
            </a:extLst>
          </p:cNvPr>
          <p:cNvSpPr/>
          <p:nvPr/>
        </p:nvSpPr>
        <p:spPr>
          <a:xfrm>
            <a:off x="3841106" y="-1865502"/>
            <a:ext cx="96480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2FF161-3D84-DA9A-82C5-F9930C411069}"/>
              </a:ext>
            </a:extLst>
          </p:cNvPr>
          <p:cNvSpPr/>
          <p:nvPr/>
        </p:nvSpPr>
        <p:spPr>
          <a:xfrm>
            <a:off x="6186912" y="-186550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69314D-15D9-83F7-F4A8-30C9A395C4CE}"/>
              </a:ext>
            </a:extLst>
          </p:cNvPr>
          <p:cNvSpPr/>
          <p:nvPr/>
        </p:nvSpPr>
        <p:spPr>
          <a:xfrm>
            <a:off x="8886256" y="-186550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575004-8324-510A-4EAE-DE75AE659E64}"/>
              </a:ext>
            </a:extLst>
          </p:cNvPr>
          <p:cNvSpPr txBox="1"/>
          <p:nvPr/>
        </p:nvSpPr>
        <p:spPr>
          <a:xfrm>
            <a:off x="8064879" y="-173012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AC8662-4553-FD44-9283-4238F06879AD}"/>
              </a:ext>
            </a:extLst>
          </p:cNvPr>
          <p:cNvSpPr/>
          <p:nvPr/>
        </p:nvSpPr>
        <p:spPr>
          <a:xfrm>
            <a:off x="7430703" y="-1076556"/>
            <a:ext cx="176985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6722A1-FDD4-9AAD-E57C-B003CB726AD3}"/>
              </a:ext>
            </a:extLst>
          </p:cNvPr>
          <p:cNvSpPr/>
          <p:nvPr/>
        </p:nvSpPr>
        <p:spPr>
          <a:xfrm>
            <a:off x="3838353" y="-43902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44C68D-1D06-2553-3C8A-73FC1CDD7FE1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5301393" y="-118980"/>
            <a:ext cx="2129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8D5E9FC-70D8-691E-3C17-3A13E4CCDC0F}"/>
              </a:ext>
            </a:extLst>
          </p:cNvPr>
          <p:cNvCxnSpPr>
            <a:cxnSpLocks/>
          </p:cNvCxnSpPr>
          <p:nvPr/>
        </p:nvCxnSpPr>
        <p:spPr>
          <a:xfrm>
            <a:off x="2343937" y="1315073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F7AA90F-0B2A-5BEA-768F-B0FD5D8F1641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359536" y="7953667"/>
            <a:ext cx="1236053" cy="617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EFED367-0C95-DF44-AE35-8A841927A9A2}"/>
              </a:ext>
            </a:extLst>
          </p:cNvPr>
          <p:cNvSpPr/>
          <p:nvPr/>
        </p:nvSpPr>
        <p:spPr>
          <a:xfrm>
            <a:off x="4896496" y="76336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792F656-C41B-D33C-39AF-674744571BA4}"/>
              </a:ext>
            </a:extLst>
          </p:cNvPr>
          <p:cNvSpPr/>
          <p:nvPr/>
        </p:nvSpPr>
        <p:spPr>
          <a:xfrm>
            <a:off x="7599719" y="861832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1C4913-12DF-2E88-BFDD-F07C350C7190}"/>
              </a:ext>
            </a:extLst>
          </p:cNvPr>
          <p:cNvSpPr/>
          <p:nvPr/>
        </p:nvSpPr>
        <p:spPr>
          <a:xfrm>
            <a:off x="7599719" y="797802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646FE3-76F3-2886-87E3-FD6F8842AC50}"/>
              </a:ext>
            </a:extLst>
          </p:cNvPr>
          <p:cNvSpPr/>
          <p:nvPr/>
        </p:nvSpPr>
        <p:spPr>
          <a:xfrm>
            <a:off x="4896496" y="827058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C8B0C28-C349-7F15-8F7C-2B3BADE8A5D8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6359536" y="8584154"/>
            <a:ext cx="1236053" cy="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0507D81-ACD6-AD1D-E2EE-069C2727E77A}"/>
              </a:ext>
            </a:extLst>
          </p:cNvPr>
          <p:cNvSpPr txBox="1"/>
          <p:nvPr/>
        </p:nvSpPr>
        <p:spPr>
          <a:xfrm>
            <a:off x="2337240" y="7927919"/>
            <a:ext cx="1985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B851856B-E83D-A53C-7F04-979D74E68F3A}"/>
              </a:ext>
            </a:extLst>
          </p:cNvPr>
          <p:cNvSpPr/>
          <p:nvPr/>
        </p:nvSpPr>
        <p:spPr>
          <a:xfrm>
            <a:off x="9271591" y="-1064639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C197DF-9517-0092-4DC2-6AAD7AA6FB9A}"/>
              </a:ext>
            </a:extLst>
          </p:cNvPr>
          <p:cNvSpPr txBox="1"/>
          <p:nvPr/>
        </p:nvSpPr>
        <p:spPr>
          <a:xfrm>
            <a:off x="9545911" y="-256190"/>
            <a:ext cx="177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EA4D87C-276C-DAE6-1392-3624B2AE2701}"/>
              </a:ext>
            </a:extLst>
          </p:cNvPr>
          <p:cNvSpPr/>
          <p:nvPr/>
        </p:nvSpPr>
        <p:spPr>
          <a:xfrm>
            <a:off x="4308945" y="380772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D2B1F9-CD9C-E803-9E7B-49D6C63A53C1}"/>
              </a:ext>
            </a:extLst>
          </p:cNvPr>
          <p:cNvCxnSpPr>
            <a:cxnSpLocks/>
          </p:cNvCxnSpPr>
          <p:nvPr/>
        </p:nvCxnSpPr>
        <p:spPr>
          <a:xfrm>
            <a:off x="2343937" y="3063363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F22F524-AF20-FE93-62FA-9388E842DC80}"/>
              </a:ext>
            </a:extLst>
          </p:cNvPr>
          <p:cNvSpPr/>
          <p:nvPr/>
        </p:nvSpPr>
        <p:spPr>
          <a:xfrm>
            <a:off x="7646073" y="4140056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≥ 1</a:t>
            </a:r>
            <a:r>
              <a:rPr lang="en-US" baseline="30000" dirty="0"/>
              <a:t>st</a:t>
            </a:r>
            <a:r>
              <a:rPr lang="en-US" dirty="0"/>
              <a:t> Answer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DD50928-5DA8-C798-21C4-20393C848A26}"/>
              </a:ext>
            </a:extLst>
          </p:cNvPr>
          <p:cNvSpPr/>
          <p:nvPr/>
        </p:nvSpPr>
        <p:spPr>
          <a:xfrm>
            <a:off x="2254102" y="2410357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0E4D796-53BF-0AA5-2267-C579CC885B4B}"/>
              </a:ext>
            </a:extLst>
          </p:cNvPr>
          <p:cNvSpPr/>
          <p:nvPr/>
        </p:nvSpPr>
        <p:spPr>
          <a:xfrm>
            <a:off x="4205485" y="2360617"/>
            <a:ext cx="15665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675005D-2CE0-C967-511B-B2BB916FD957}"/>
              </a:ext>
            </a:extLst>
          </p:cNvPr>
          <p:cNvSpPr/>
          <p:nvPr/>
        </p:nvSpPr>
        <p:spPr>
          <a:xfrm>
            <a:off x="6186912" y="23606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68E0345-BD9C-E1B7-ED79-2513FC6F8F3A}"/>
              </a:ext>
            </a:extLst>
          </p:cNvPr>
          <p:cNvSpPr/>
          <p:nvPr/>
        </p:nvSpPr>
        <p:spPr>
          <a:xfrm>
            <a:off x="8886256" y="23606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# Answer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113F73-7C4E-DCBC-7DB6-C4B7D253ADAA}"/>
              </a:ext>
            </a:extLst>
          </p:cNvPr>
          <p:cNvSpPr txBox="1"/>
          <p:nvPr/>
        </p:nvSpPr>
        <p:spPr>
          <a:xfrm>
            <a:off x="8064879" y="249599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B356018-2DE7-5254-6B02-D6D6DADDE072}"/>
              </a:ext>
            </a:extLst>
          </p:cNvPr>
          <p:cNvSpPr/>
          <p:nvPr/>
        </p:nvSpPr>
        <p:spPr>
          <a:xfrm>
            <a:off x="7646073" y="3499759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 1</a:t>
            </a:r>
            <a:r>
              <a:rPr lang="en-US" baseline="30000" dirty="0"/>
              <a:t>st</a:t>
            </a:r>
            <a:r>
              <a:rPr lang="en-US" dirty="0"/>
              <a:t> Answer #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C115D88-C8A4-273F-9739-16E62685494B}"/>
              </a:ext>
            </a:extLst>
          </p:cNvPr>
          <p:cNvSpPr/>
          <p:nvPr/>
        </p:nvSpPr>
        <p:spPr>
          <a:xfrm>
            <a:off x="4308945" y="447891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B0471EF-540A-F0C9-B807-F70AED4D65E5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5771985" y="4460096"/>
            <a:ext cx="18740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3605A2F-9610-BB10-9D9C-10325F3D9B15}"/>
              </a:ext>
            </a:extLst>
          </p:cNvPr>
          <p:cNvCxnSpPr>
            <a:cxnSpLocks/>
          </p:cNvCxnSpPr>
          <p:nvPr/>
        </p:nvCxnSpPr>
        <p:spPr>
          <a:xfrm>
            <a:off x="2343937" y="6719343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EE516DD-187B-CF82-5E7F-4405CF8FF4CD}"/>
              </a:ext>
            </a:extLst>
          </p:cNvPr>
          <p:cNvSpPr/>
          <p:nvPr/>
        </p:nvSpPr>
        <p:spPr>
          <a:xfrm>
            <a:off x="7646073" y="53388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 1</a:t>
            </a:r>
            <a:r>
              <a:rPr lang="en-US" baseline="30000" dirty="0"/>
              <a:t>st</a:t>
            </a:r>
            <a:r>
              <a:rPr lang="en-US" dirty="0"/>
              <a:t> Answer Like</a:t>
            </a:r>
            <a:endParaRPr lang="en-US" baseline="-25000" dirty="0"/>
          </a:p>
        </p:txBody>
      </p:sp>
      <p:sp>
        <p:nvSpPr>
          <p:cNvPr id="77" name="Right Brace 76">
            <a:extLst>
              <a:ext uri="{FF2B5EF4-FFF2-40B4-BE49-F238E27FC236}">
                <a16:creationId xmlns:a16="http://schemas.microsoft.com/office/drawing/2014/main" id="{1264978B-F72D-4500-C506-7ABCD724AB4B}"/>
              </a:ext>
            </a:extLst>
          </p:cNvPr>
          <p:cNvSpPr/>
          <p:nvPr/>
        </p:nvSpPr>
        <p:spPr>
          <a:xfrm>
            <a:off x="9271591" y="3511676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34FA2E-4AAA-4E88-BA8C-F9DE29E81B83}"/>
              </a:ext>
            </a:extLst>
          </p:cNvPr>
          <p:cNvSpPr txBox="1"/>
          <p:nvPr/>
        </p:nvSpPr>
        <p:spPr>
          <a:xfrm>
            <a:off x="9596718" y="3803402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value; Deterrence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2AA829-A821-AB8F-10B1-2E5B213D5A63}"/>
              </a:ext>
            </a:extLst>
          </p:cNvPr>
          <p:cNvSpPr/>
          <p:nvPr/>
        </p:nvSpPr>
        <p:spPr>
          <a:xfrm>
            <a:off x="7646073" y="600486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 1</a:t>
            </a:r>
            <a:r>
              <a:rPr lang="en-US" baseline="30000" dirty="0"/>
              <a:t>st</a:t>
            </a:r>
            <a:r>
              <a:rPr lang="en-US" dirty="0"/>
              <a:t> Answer Novelty</a:t>
            </a:r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35CFBC0D-9771-44D2-FE53-A56860C2B07A}"/>
              </a:ext>
            </a:extLst>
          </p:cNvPr>
          <p:cNvSpPr/>
          <p:nvPr/>
        </p:nvSpPr>
        <p:spPr>
          <a:xfrm>
            <a:off x="9322398" y="6114620"/>
            <a:ext cx="274320" cy="54864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33122B-634E-993A-47C0-F726B78286BC}"/>
              </a:ext>
            </a:extLst>
          </p:cNvPr>
          <p:cNvSpPr txBox="1"/>
          <p:nvPr/>
        </p:nvSpPr>
        <p:spPr>
          <a:xfrm>
            <a:off x="9555357" y="6035814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Competition; Encouragement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13E5CE9-02F8-C9BF-3ACD-A22877D965E5}"/>
              </a:ext>
            </a:extLst>
          </p:cNvPr>
          <p:cNvSpPr txBox="1"/>
          <p:nvPr/>
        </p:nvSpPr>
        <p:spPr>
          <a:xfrm>
            <a:off x="9423134" y="5322693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Choice among answers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049BFC6-068E-C014-16A3-1C562EA6DA50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786160" y="4447800"/>
            <a:ext cx="1859913" cy="1877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73D9C22-867E-6A6E-AC8E-44F8B31BA367}"/>
              </a:ext>
            </a:extLst>
          </p:cNvPr>
          <p:cNvSpPr txBox="1"/>
          <p:nvPr/>
        </p:nvSpPr>
        <p:spPr>
          <a:xfrm>
            <a:off x="2229382" y="-301880"/>
            <a:ext cx="1517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Effect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293C62A-7B16-5A54-804C-6F72186A1007}"/>
              </a:ext>
            </a:extLst>
          </p:cNvPr>
          <p:cNvSpPr txBox="1"/>
          <p:nvPr/>
        </p:nvSpPr>
        <p:spPr>
          <a:xfrm>
            <a:off x="2229382" y="4084469"/>
            <a:ext cx="196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Quality and Label Joint Effect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7DEF761-1237-00DB-835E-936002BFE090}"/>
              </a:ext>
            </a:extLst>
          </p:cNvPr>
          <p:cNvCxnSpPr>
            <a:cxnSpLocks/>
          </p:cNvCxnSpPr>
          <p:nvPr/>
        </p:nvCxnSpPr>
        <p:spPr>
          <a:xfrm>
            <a:off x="2358112" y="7527098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F727B71D-630E-7861-43A8-55DB888BDFC3}"/>
              </a:ext>
            </a:extLst>
          </p:cNvPr>
          <p:cNvSpPr/>
          <p:nvPr/>
        </p:nvSpPr>
        <p:spPr>
          <a:xfrm>
            <a:off x="2268277" y="6874092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4F9B6C9-D468-FB53-C3C0-429F7AEDFB4D}"/>
              </a:ext>
            </a:extLst>
          </p:cNvPr>
          <p:cNvSpPr/>
          <p:nvPr/>
        </p:nvSpPr>
        <p:spPr>
          <a:xfrm>
            <a:off x="4323120" y="68243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Answer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A65F690-2E60-AEDF-0C92-989A297A7DD1}"/>
              </a:ext>
            </a:extLst>
          </p:cNvPr>
          <p:cNvSpPr/>
          <p:nvPr/>
        </p:nvSpPr>
        <p:spPr>
          <a:xfrm>
            <a:off x="6201087" y="68243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Answer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5CB1893-D588-D0B5-A8F4-E9FFD726E6A1}"/>
              </a:ext>
            </a:extLst>
          </p:cNvPr>
          <p:cNvSpPr/>
          <p:nvPr/>
        </p:nvSpPr>
        <p:spPr>
          <a:xfrm>
            <a:off x="8900431" y="68243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044C4FB-DFFD-256D-0D9C-5FB7A605320B}"/>
              </a:ext>
            </a:extLst>
          </p:cNvPr>
          <p:cNvSpPr txBox="1"/>
          <p:nvPr/>
        </p:nvSpPr>
        <p:spPr>
          <a:xfrm>
            <a:off x="8079054" y="695972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AAAF0CD6-D8FA-95DD-8216-65320C65C185}"/>
              </a:ext>
            </a:extLst>
          </p:cNvPr>
          <p:cNvSpPr/>
          <p:nvPr/>
        </p:nvSpPr>
        <p:spPr>
          <a:xfrm rot="5400000">
            <a:off x="8163456" y="1022555"/>
            <a:ext cx="348161" cy="43174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1C4D8-B3CD-7439-EC4D-6177E355C32E}"/>
              </a:ext>
            </a:extLst>
          </p:cNvPr>
          <p:cNvSpPr/>
          <p:nvPr/>
        </p:nvSpPr>
        <p:spPr>
          <a:xfrm>
            <a:off x="4900626" y="888842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Cul Answer Quality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111B2B-44D5-E513-2AD6-CC006C97F694}"/>
              </a:ext>
            </a:extLst>
          </p:cNvPr>
          <p:cNvCxnSpPr>
            <a:cxnSpLocks/>
          </p:cNvCxnSpPr>
          <p:nvPr/>
        </p:nvCxnSpPr>
        <p:spPr>
          <a:xfrm flipV="1">
            <a:off x="6413017" y="8590623"/>
            <a:ext cx="1182572" cy="645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BBE40B4-2C2B-DEA0-D6FA-328E181A51D0}"/>
              </a:ext>
            </a:extLst>
          </p:cNvPr>
          <p:cNvSpPr/>
          <p:nvPr/>
        </p:nvSpPr>
        <p:spPr>
          <a:xfrm>
            <a:off x="4192785" y="1585917"/>
            <a:ext cx="15665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 </a:t>
            </a:r>
            <a:r>
              <a:rPr lang="en-US" b="1" dirty="0"/>
              <a:t>(like)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9B131C-C546-A1B6-29A4-FE323122CFFE}"/>
              </a:ext>
            </a:extLst>
          </p:cNvPr>
          <p:cNvSpPr/>
          <p:nvPr/>
        </p:nvSpPr>
        <p:spPr>
          <a:xfrm>
            <a:off x="6174212" y="15859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4D1750-53FC-9300-B30E-AAFCD2CE5198}"/>
              </a:ext>
            </a:extLst>
          </p:cNvPr>
          <p:cNvSpPr/>
          <p:nvPr/>
        </p:nvSpPr>
        <p:spPr>
          <a:xfrm>
            <a:off x="8873556" y="15859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# Answer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2006FC-24E0-2BE1-530B-897DA430811E}"/>
              </a:ext>
            </a:extLst>
          </p:cNvPr>
          <p:cNvSpPr txBox="1"/>
          <p:nvPr/>
        </p:nvSpPr>
        <p:spPr>
          <a:xfrm>
            <a:off x="8052179" y="172129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6BEDB2-C991-107E-E3A2-617A3D25C262}"/>
              </a:ext>
            </a:extLst>
          </p:cNvPr>
          <p:cNvSpPr/>
          <p:nvPr/>
        </p:nvSpPr>
        <p:spPr>
          <a:xfrm>
            <a:off x="7478557" y="473295"/>
            <a:ext cx="1675642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 </a:t>
            </a:r>
            <a:r>
              <a:rPr lang="en-US" dirty="0" err="1"/>
              <a:t>Like</a:t>
            </a:r>
            <a:r>
              <a:rPr lang="en-US" baseline="-25000" dirty="0" err="1"/>
              <a:t>j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961649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F4F1-5543-62BC-BF0B-26503806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F962C42-8E16-ACB2-0C1E-58526BCD3167}"/>
              </a:ext>
            </a:extLst>
          </p:cNvPr>
          <p:cNvSpPr/>
          <p:nvPr/>
        </p:nvSpPr>
        <p:spPr>
          <a:xfrm>
            <a:off x="6111995" y="2876218"/>
            <a:ext cx="1463040" cy="81011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2</a:t>
            </a:r>
            <a:r>
              <a:rPr lang="en-US" baseline="30000" dirty="0"/>
              <a:t>nd</a:t>
            </a:r>
            <a:r>
              <a:rPr lang="en-US" dirty="0"/>
              <a:t> Answer; Imperfect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6C7513-0E02-3948-71F0-F7A7CC27645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771985" y="1552003"/>
            <a:ext cx="1874088" cy="412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3098A39-CD22-A5A3-24C0-9907C7D39C8B}"/>
              </a:ext>
            </a:extLst>
          </p:cNvPr>
          <p:cNvSpPr/>
          <p:nvPr/>
        </p:nvSpPr>
        <p:spPr>
          <a:xfrm>
            <a:off x="4308945" y="164494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4F4B6B-BD4E-C8A7-8606-AC05C931C445}"/>
              </a:ext>
            </a:extLst>
          </p:cNvPr>
          <p:cNvCxnSpPr>
            <a:cxnSpLocks/>
          </p:cNvCxnSpPr>
          <p:nvPr/>
        </p:nvCxnSpPr>
        <p:spPr>
          <a:xfrm>
            <a:off x="2343937" y="846744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CB8FFFB-0EF5-9F5B-CC83-DCD596047DBC}"/>
              </a:ext>
            </a:extLst>
          </p:cNvPr>
          <p:cNvSpPr/>
          <p:nvPr/>
        </p:nvSpPr>
        <p:spPr>
          <a:xfrm>
            <a:off x="7646073" y="1573241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Other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8CFFA0-1698-3D69-9B72-391F7E8FC002}"/>
              </a:ext>
            </a:extLst>
          </p:cNvPr>
          <p:cNvSpPr/>
          <p:nvPr/>
        </p:nvSpPr>
        <p:spPr>
          <a:xfrm>
            <a:off x="8886256" y="507346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E6B73F-0819-66F2-ED4B-60A7B7671A8D}"/>
              </a:ext>
            </a:extLst>
          </p:cNvPr>
          <p:cNvSpPr/>
          <p:nvPr/>
        </p:nvSpPr>
        <p:spPr>
          <a:xfrm>
            <a:off x="2254102" y="193738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4C09E-C99C-561B-5897-E7F13DF33555}"/>
              </a:ext>
            </a:extLst>
          </p:cNvPr>
          <p:cNvSpPr/>
          <p:nvPr/>
        </p:nvSpPr>
        <p:spPr>
          <a:xfrm>
            <a:off x="3841106" y="143998"/>
            <a:ext cx="96480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3440A1-5A83-2A2D-E176-F5B7B5286AD9}"/>
              </a:ext>
            </a:extLst>
          </p:cNvPr>
          <p:cNvSpPr/>
          <p:nvPr/>
        </p:nvSpPr>
        <p:spPr>
          <a:xfrm>
            <a:off x="6186912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DB188B-9355-29FE-BCFB-61C6EA5ADD07}"/>
              </a:ext>
            </a:extLst>
          </p:cNvPr>
          <p:cNvSpPr/>
          <p:nvPr/>
        </p:nvSpPr>
        <p:spPr>
          <a:xfrm>
            <a:off x="8886256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1D370F-AEC0-8589-80D4-9C64D4DFAEEB}"/>
              </a:ext>
            </a:extLst>
          </p:cNvPr>
          <p:cNvSpPr txBox="1"/>
          <p:nvPr/>
        </p:nvSpPr>
        <p:spPr>
          <a:xfrm>
            <a:off x="8064879" y="2793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9FE459-A3DB-D5AD-11C6-984F02757007}"/>
              </a:ext>
            </a:extLst>
          </p:cNvPr>
          <p:cNvSpPr/>
          <p:nvPr/>
        </p:nvSpPr>
        <p:spPr>
          <a:xfrm>
            <a:off x="7646073" y="93294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086CE0-C056-549E-D92B-0B7C7172D6C9}"/>
              </a:ext>
            </a:extLst>
          </p:cNvPr>
          <p:cNvSpPr/>
          <p:nvPr/>
        </p:nvSpPr>
        <p:spPr>
          <a:xfrm>
            <a:off x="4308945" y="231614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DC5C05-8D9B-AB7E-F029-16D66C086CDF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71985" y="1563506"/>
            <a:ext cx="1874088" cy="107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E73FF09-0A36-8657-FEC4-44FF9B14016C}"/>
              </a:ext>
            </a:extLst>
          </p:cNvPr>
          <p:cNvCxnSpPr>
            <a:cxnSpLocks/>
          </p:cNvCxnSpPr>
          <p:nvPr/>
        </p:nvCxnSpPr>
        <p:spPr>
          <a:xfrm>
            <a:off x="2343937" y="3700142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DED06B-9005-7CEB-C430-C350CA440B7F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7646073" y="4738947"/>
            <a:ext cx="1240183" cy="33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D05C693-232C-0ECC-9D1E-099D9414D75E}"/>
              </a:ext>
            </a:extLst>
          </p:cNvPr>
          <p:cNvSpPr/>
          <p:nvPr/>
        </p:nvSpPr>
        <p:spPr>
          <a:xfrm>
            <a:off x="6183033" y="441890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72169E-2F6F-63E0-A740-C92F91EEF4E9}"/>
              </a:ext>
            </a:extLst>
          </p:cNvPr>
          <p:cNvSpPr/>
          <p:nvPr/>
        </p:nvSpPr>
        <p:spPr>
          <a:xfrm>
            <a:off x="8886256" y="443338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BDF943-45DD-52F4-F4C2-21A4132C6135}"/>
              </a:ext>
            </a:extLst>
          </p:cNvPr>
          <p:cNvSpPr/>
          <p:nvPr/>
        </p:nvSpPr>
        <p:spPr>
          <a:xfrm>
            <a:off x="8886256" y="379308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AAA245-9243-D245-EDBA-48243BE1068C}"/>
              </a:ext>
            </a:extLst>
          </p:cNvPr>
          <p:cNvSpPr/>
          <p:nvPr/>
        </p:nvSpPr>
        <p:spPr>
          <a:xfrm>
            <a:off x="6183033" y="521949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89628F1-FBAE-1EFF-27C2-EFA280E44360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646073" y="5076118"/>
            <a:ext cx="1240183" cy="46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A091511-CEA3-A907-C510-A62EAF53665C}"/>
              </a:ext>
            </a:extLst>
          </p:cNvPr>
          <p:cNvSpPr/>
          <p:nvPr/>
        </p:nvSpPr>
        <p:spPr>
          <a:xfrm>
            <a:off x="7646073" y="235201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3AC9C6-2270-27BB-7D07-DA83B068512E}"/>
              </a:ext>
            </a:extLst>
          </p:cNvPr>
          <p:cNvSpPr txBox="1"/>
          <p:nvPr/>
        </p:nvSpPr>
        <p:spPr>
          <a:xfrm>
            <a:off x="2337241" y="1970037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Answer Effect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B7063B-3790-26CC-1787-15F2BDEC5126}"/>
              </a:ext>
            </a:extLst>
          </p:cNvPr>
          <p:cNvSpPr txBox="1"/>
          <p:nvPr/>
        </p:nvSpPr>
        <p:spPr>
          <a:xfrm>
            <a:off x="2337241" y="4696075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AD62BC93-4A43-5CE3-EE78-A70D644E5A0D}"/>
              </a:ext>
            </a:extLst>
          </p:cNvPr>
          <p:cNvSpPr/>
          <p:nvPr/>
        </p:nvSpPr>
        <p:spPr>
          <a:xfrm>
            <a:off x="9271591" y="944861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D7CFB6-5283-6A1E-5E7C-5EE288BFF131}"/>
              </a:ext>
            </a:extLst>
          </p:cNvPr>
          <p:cNvSpPr txBox="1"/>
          <p:nvPr/>
        </p:nvSpPr>
        <p:spPr>
          <a:xfrm>
            <a:off x="9596718" y="1236587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value; Deterrence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7317386-6E37-8E61-4A1C-DE7A5B7598CE}"/>
              </a:ext>
            </a:extLst>
          </p:cNvPr>
          <p:cNvSpPr/>
          <p:nvPr/>
        </p:nvSpPr>
        <p:spPr>
          <a:xfrm>
            <a:off x="8886256" y="5707113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1872CF7-86E4-E334-0165-CBC4FDB514F2}"/>
              </a:ext>
            </a:extLst>
          </p:cNvPr>
          <p:cNvSpPr/>
          <p:nvPr/>
        </p:nvSpPr>
        <p:spPr>
          <a:xfrm>
            <a:off x="7646073" y="29856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8397B97E-7F18-425E-702B-A5859E4A0406}"/>
              </a:ext>
            </a:extLst>
          </p:cNvPr>
          <p:cNvSpPr/>
          <p:nvPr/>
        </p:nvSpPr>
        <p:spPr>
          <a:xfrm>
            <a:off x="9271591" y="2360494"/>
            <a:ext cx="274320" cy="118872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60616B-1C78-E7EC-B230-DB86B94A48AA}"/>
              </a:ext>
            </a:extLst>
          </p:cNvPr>
          <p:cNvSpPr txBox="1"/>
          <p:nvPr/>
        </p:nvSpPr>
        <p:spPr>
          <a:xfrm>
            <a:off x="9616949" y="2655182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Competition; Encouragement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B97A1E-85A1-A2A4-04F8-16157B35EE5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71985" y="1964987"/>
            <a:ext cx="1874088" cy="99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639139-98A9-F6CD-7198-A3CF18AC5492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771985" y="2636181"/>
            <a:ext cx="1874088" cy="33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20">
            <a:extLst>
              <a:ext uri="{FF2B5EF4-FFF2-40B4-BE49-F238E27FC236}">
                <a16:creationId xmlns:a16="http://schemas.microsoft.com/office/drawing/2014/main" id="{08E1DD13-182E-0D5E-5895-21C2151D0931}"/>
              </a:ext>
            </a:extLst>
          </p:cNvPr>
          <p:cNvCxnSpPr>
            <a:cxnSpLocks/>
            <a:stCxn id="14" idx="3"/>
            <a:endCxn id="61" idx="3"/>
          </p:cNvCxnSpPr>
          <p:nvPr/>
        </p:nvCxnSpPr>
        <p:spPr>
          <a:xfrm flipV="1">
            <a:off x="10440736" y="1559753"/>
            <a:ext cx="926739" cy="3833751"/>
          </a:xfrm>
          <a:prstGeom prst="curvedConnector3">
            <a:avLst>
              <a:gd name="adj1" fmla="val 12466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40287B5-4522-6AED-BF05-F71EDCE154DA}"/>
              </a:ext>
            </a:extLst>
          </p:cNvPr>
          <p:cNvSpPr txBox="1"/>
          <p:nvPr/>
        </p:nvSpPr>
        <p:spPr>
          <a:xfrm>
            <a:off x="10703736" y="5219490"/>
            <a:ext cx="136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Expectation</a:t>
            </a:r>
          </a:p>
        </p:txBody>
      </p:sp>
    </p:spTree>
    <p:extLst>
      <p:ext uri="{BB962C8B-B14F-4D97-AF65-F5344CB8AC3E}">
        <p14:creationId xmlns:p14="http://schemas.microsoft.com/office/powerpoint/2010/main" val="1103845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8A67-E0CE-4527-801D-CB71C6D0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D4DDB0F-8788-D0C5-FCB3-324B3A74364D}"/>
              </a:ext>
            </a:extLst>
          </p:cNvPr>
          <p:cNvSpPr/>
          <p:nvPr/>
        </p:nvSpPr>
        <p:spPr>
          <a:xfrm>
            <a:off x="6111995" y="2876218"/>
            <a:ext cx="1463040" cy="81011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2</a:t>
            </a:r>
            <a:r>
              <a:rPr lang="en-US" baseline="30000" dirty="0"/>
              <a:t>nd</a:t>
            </a:r>
            <a:r>
              <a:rPr lang="en-US" dirty="0"/>
              <a:t> Answer; Imperfect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F13097-3022-81C3-5868-65B7B632390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771985" y="1552003"/>
            <a:ext cx="1874088" cy="412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EC6CEC1-A268-43F5-9F5F-47BC6D463B49}"/>
              </a:ext>
            </a:extLst>
          </p:cNvPr>
          <p:cNvSpPr/>
          <p:nvPr/>
        </p:nvSpPr>
        <p:spPr>
          <a:xfrm>
            <a:off x="4308945" y="164494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28228C-DD5F-E4C5-DF7C-7300A48E656E}"/>
              </a:ext>
            </a:extLst>
          </p:cNvPr>
          <p:cNvCxnSpPr>
            <a:cxnSpLocks/>
          </p:cNvCxnSpPr>
          <p:nvPr/>
        </p:nvCxnSpPr>
        <p:spPr>
          <a:xfrm>
            <a:off x="2343937" y="846744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119E290-A76F-C7D8-C224-8D4B49B550C9}"/>
              </a:ext>
            </a:extLst>
          </p:cNvPr>
          <p:cNvSpPr/>
          <p:nvPr/>
        </p:nvSpPr>
        <p:spPr>
          <a:xfrm>
            <a:off x="7646073" y="1573241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Other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3688B-7F95-78A9-A6F2-E02F49597DBB}"/>
              </a:ext>
            </a:extLst>
          </p:cNvPr>
          <p:cNvSpPr/>
          <p:nvPr/>
        </p:nvSpPr>
        <p:spPr>
          <a:xfrm>
            <a:off x="8886256" y="507346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E6BF40-3DA2-04D3-0B58-FE349DE544C9}"/>
              </a:ext>
            </a:extLst>
          </p:cNvPr>
          <p:cNvSpPr/>
          <p:nvPr/>
        </p:nvSpPr>
        <p:spPr>
          <a:xfrm>
            <a:off x="2254102" y="193738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DF847-7500-9AD6-1D3B-2335FF4AF366}"/>
              </a:ext>
            </a:extLst>
          </p:cNvPr>
          <p:cNvSpPr/>
          <p:nvPr/>
        </p:nvSpPr>
        <p:spPr>
          <a:xfrm>
            <a:off x="4308945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Answer (AI or not)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B20F0-D5F3-8196-F791-8CF98932EA4A}"/>
              </a:ext>
            </a:extLst>
          </p:cNvPr>
          <p:cNvSpPr/>
          <p:nvPr/>
        </p:nvSpPr>
        <p:spPr>
          <a:xfrm>
            <a:off x="6186912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3AEAC7-6C1C-6D4C-6BB5-52135066AFFA}"/>
              </a:ext>
            </a:extLst>
          </p:cNvPr>
          <p:cNvSpPr/>
          <p:nvPr/>
        </p:nvSpPr>
        <p:spPr>
          <a:xfrm>
            <a:off x="8886256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ACB1F-6A80-AA80-9B71-A9955215706D}"/>
              </a:ext>
            </a:extLst>
          </p:cNvPr>
          <p:cNvSpPr txBox="1"/>
          <p:nvPr/>
        </p:nvSpPr>
        <p:spPr>
          <a:xfrm>
            <a:off x="8064879" y="2793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6FF342-7BCE-AAE5-1939-95B37542CA9D}"/>
              </a:ext>
            </a:extLst>
          </p:cNvPr>
          <p:cNvSpPr/>
          <p:nvPr/>
        </p:nvSpPr>
        <p:spPr>
          <a:xfrm>
            <a:off x="7646073" y="93294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A3256A-22AB-4F94-2F0C-9D10EE38D4D3}"/>
              </a:ext>
            </a:extLst>
          </p:cNvPr>
          <p:cNvSpPr/>
          <p:nvPr/>
        </p:nvSpPr>
        <p:spPr>
          <a:xfrm>
            <a:off x="4308945" y="231614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921B635-673D-D078-4C36-B7A5790D9E23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71985" y="1563506"/>
            <a:ext cx="1874088" cy="107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A5BFF2E-6399-A6B6-45C9-B62F6C1BD9A2}"/>
              </a:ext>
            </a:extLst>
          </p:cNvPr>
          <p:cNvCxnSpPr>
            <a:cxnSpLocks/>
          </p:cNvCxnSpPr>
          <p:nvPr/>
        </p:nvCxnSpPr>
        <p:spPr>
          <a:xfrm>
            <a:off x="2343937" y="3700142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A4E708-8AAB-AE5F-0515-869E592B4F5B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7646073" y="4738947"/>
            <a:ext cx="1240183" cy="33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0F05D85-3860-E23D-2E9E-E278D3E927B0}"/>
              </a:ext>
            </a:extLst>
          </p:cNvPr>
          <p:cNvSpPr/>
          <p:nvPr/>
        </p:nvSpPr>
        <p:spPr>
          <a:xfrm>
            <a:off x="6183033" y="441890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9965B5-5D1D-25AF-97F5-38A3486C4E2A}"/>
              </a:ext>
            </a:extLst>
          </p:cNvPr>
          <p:cNvSpPr/>
          <p:nvPr/>
        </p:nvSpPr>
        <p:spPr>
          <a:xfrm>
            <a:off x="8886256" y="443338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F48E82-C167-42D3-02AD-B87B87C3319F}"/>
              </a:ext>
            </a:extLst>
          </p:cNvPr>
          <p:cNvSpPr/>
          <p:nvPr/>
        </p:nvSpPr>
        <p:spPr>
          <a:xfrm>
            <a:off x="8886256" y="379308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178F27-F9C5-1B7D-DC05-40A0C76243E2}"/>
              </a:ext>
            </a:extLst>
          </p:cNvPr>
          <p:cNvSpPr/>
          <p:nvPr/>
        </p:nvSpPr>
        <p:spPr>
          <a:xfrm>
            <a:off x="6183033" y="521949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B73FE9-C1DE-B31B-73B8-9F7548C08431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646073" y="5076118"/>
            <a:ext cx="1240183" cy="46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EF22F2E-6E53-2AF6-989F-7F2EF47363B8}"/>
              </a:ext>
            </a:extLst>
          </p:cNvPr>
          <p:cNvSpPr/>
          <p:nvPr/>
        </p:nvSpPr>
        <p:spPr>
          <a:xfrm>
            <a:off x="7646073" y="235201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930ED1-6B90-B033-A474-7BC49F3EA2B1}"/>
              </a:ext>
            </a:extLst>
          </p:cNvPr>
          <p:cNvSpPr txBox="1"/>
          <p:nvPr/>
        </p:nvSpPr>
        <p:spPr>
          <a:xfrm>
            <a:off x="2337241" y="1970037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Answer Effect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D9ABC2-63C5-971E-51E0-278055CEDBB9}"/>
              </a:ext>
            </a:extLst>
          </p:cNvPr>
          <p:cNvSpPr txBox="1"/>
          <p:nvPr/>
        </p:nvSpPr>
        <p:spPr>
          <a:xfrm>
            <a:off x="2337241" y="4696075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BBC646CE-8EDD-577D-F2B8-EFF4F3C75DF4}"/>
              </a:ext>
            </a:extLst>
          </p:cNvPr>
          <p:cNvSpPr/>
          <p:nvPr/>
        </p:nvSpPr>
        <p:spPr>
          <a:xfrm>
            <a:off x="9271591" y="944861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A60F93-25C6-04B5-CD86-333573192BC2}"/>
              </a:ext>
            </a:extLst>
          </p:cNvPr>
          <p:cNvSpPr txBox="1"/>
          <p:nvPr/>
        </p:nvSpPr>
        <p:spPr>
          <a:xfrm>
            <a:off x="9596718" y="1236587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value; Deterrence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34DF48-34A5-D9B2-6E7D-B1FC3DA5B1AA}"/>
              </a:ext>
            </a:extLst>
          </p:cNvPr>
          <p:cNvSpPr/>
          <p:nvPr/>
        </p:nvSpPr>
        <p:spPr>
          <a:xfrm>
            <a:off x="8886256" y="5707113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8F5D44-0A91-7D70-B0C2-D5FA431928FC}"/>
              </a:ext>
            </a:extLst>
          </p:cNvPr>
          <p:cNvSpPr/>
          <p:nvPr/>
        </p:nvSpPr>
        <p:spPr>
          <a:xfrm>
            <a:off x="7646073" y="29856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2CD331C0-1FA3-2247-BA47-F9DB63A246AB}"/>
              </a:ext>
            </a:extLst>
          </p:cNvPr>
          <p:cNvSpPr/>
          <p:nvPr/>
        </p:nvSpPr>
        <p:spPr>
          <a:xfrm>
            <a:off x="9271591" y="2360494"/>
            <a:ext cx="274320" cy="118872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B87E97-6C6F-0BC8-FF88-0DE123450537}"/>
              </a:ext>
            </a:extLst>
          </p:cNvPr>
          <p:cNvSpPr txBox="1"/>
          <p:nvPr/>
        </p:nvSpPr>
        <p:spPr>
          <a:xfrm>
            <a:off x="9616949" y="2655182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Competition; Encouragement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F93C7B-E35B-0323-6785-C742758FB92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71985" y="1964987"/>
            <a:ext cx="1874088" cy="99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9F7718-9168-2342-69C4-58089FBA6D47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771985" y="2636181"/>
            <a:ext cx="1874088" cy="33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20">
            <a:extLst>
              <a:ext uri="{FF2B5EF4-FFF2-40B4-BE49-F238E27FC236}">
                <a16:creationId xmlns:a16="http://schemas.microsoft.com/office/drawing/2014/main" id="{E21368F5-5726-0D99-CB1C-7BCEA2D6B596}"/>
              </a:ext>
            </a:extLst>
          </p:cNvPr>
          <p:cNvCxnSpPr>
            <a:cxnSpLocks/>
            <a:stCxn id="14" idx="3"/>
            <a:endCxn id="61" idx="3"/>
          </p:cNvCxnSpPr>
          <p:nvPr/>
        </p:nvCxnSpPr>
        <p:spPr>
          <a:xfrm flipV="1">
            <a:off x="10440736" y="1559753"/>
            <a:ext cx="926739" cy="3833751"/>
          </a:xfrm>
          <a:prstGeom prst="curvedConnector3">
            <a:avLst>
              <a:gd name="adj1" fmla="val 12466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8CB24A4-64CD-1329-5F20-31A8EBE90F8E}"/>
              </a:ext>
            </a:extLst>
          </p:cNvPr>
          <p:cNvSpPr txBox="1"/>
          <p:nvPr/>
        </p:nvSpPr>
        <p:spPr>
          <a:xfrm>
            <a:off x="10703736" y="5219490"/>
            <a:ext cx="136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Expectation</a:t>
            </a:r>
          </a:p>
        </p:txBody>
      </p:sp>
    </p:spTree>
    <p:extLst>
      <p:ext uri="{BB962C8B-B14F-4D97-AF65-F5344CB8AC3E}">
        <p14:creationId xmlns:p14="http://schemas.microsoft.com/office/powerpoint/2010/main" val="830069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C83E170-0494-EB1D-301B-390A99976A7F}"/>
              </a:ext>
            </a:extLst>
          </p:cNvPr>
          <p:cNvSpPr/>
          <p:nvPr/>
        </p:nvSpPr>
        <p:spPr>
          <a:xfrm>
            <a:off x="4308945" y="3530356"/>
            <a:ext cx="146304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 =1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DE5C99-2582-7FAC-7975-FBC2F0C366D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71985" y="2507247"/>
            <a:ext cx="1874088" cy="281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F22923E-B62B-B024-832B-2EBA19F23C58}"/>
              </a:ext>
            </a:extLst>
          </p:cNvPr>
          <p:cNvSpPr/>
          <p:nvPr/>
        </p:nvSpPr>
        <p:spPr>
          <a:xfrm>
            <a:off x="4308945" y="218720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FD3228-FE28-B4D6-CE1F-F8BB9875D6A8}"/>
              </a:ext>
            </a:extLst>
          </p:cNvPr>
          <p:cNvCxnSpPr>
            <a:cxnSpLocks/>
          </p:cNvCxnSpPr>
          <p:nvPr/>
        </p:nvCxnSpPr>
        <p:spPr>
          <a:xfrm>
            <a:off x="2343937" y="1431535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1E1C711-2386-D626-407C-68777E31724B}"/>
              </a:ext>
            </a:extLst>
          </p:cNvPr>
          <p:cNvSpPr/>
          <p:nvPr/>
        </p:nvSpPr>
        <p:spPr>
          <a:xfrm>
            <a:off x="7646073" y="2158032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Other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FAFDED-0BD3-E4C8-3583-712B6B38A56D}"/>
              </a:ext>
            </a:extLst>
          </p:cNvPr>
          <p:cNvSpPr/>
          <p:nvPr/>
        </p:nvSpPr>
        <p:spPr>
          <a:xfrm>
            <a:off x="8886256" y="565825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F60E2A-4246-E23C-8BC4-34A74980CA7E}"/>
              </a:ext>
            </a:extLst>
          </p:cNvPr>
          <p:cNvCxnSpPr>
            <a:cxnSpLocks/>
            <a:stCxn id="49" idx="1"/>
            <a:endCxn id="35" idx="2"/>
          </p:cNvCxnSpPr>
          <p:nvPr/>
        </p:nvCxnSpPr>
        <p:spPr>
          <a:xfrm rot="10800000">
            <a:off x="5040465" y="4170436"/>
            <a:ext cx="1142568" cy="162427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6D88B5A-5F5F-A78F-9899-C8260F2FC308}"/>
              </a:ext>
            </a:extLst>
          </p:cNvPr>
          <p:cNvSpPr/>
          <p:nvPr/>
        </p:nvSpPr>
        <p:spPr>
          <a:xfrm>
            <a:off x="2254102" y="778529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89A8E-9700-8DB4-6B51-DF0FD0582ACD}"/>
              </a:ext>
            </a:extLst>
          </p:cNvPr>
          <p:cNvSpPr/>
          <p:nvPr/>
        </p:nvSpPr>
        <p:spPr>
          <a:xfrm>
            <a:off x="4308945" y="7287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Answer (AI or not)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3A5733-A712-3675-1144-9C003E04FB09}"/>
              </a:ext>
            </a:extLst>
          </p:cNvPr>
          <p:cNvSpPr/>
          <p:nvPr/>
        </p:nvSpPr>
        <p:spPr>
          <a:xfrm>
            <a:off x="6186912" y="7287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3A51C1-C3EE-E1B7-AA7F-9BA432B149F2}"/>
              </a:ext>
            </a:extLst>
          </p:cNvPr>
          <p:cNvSpPr/>
          <p:nvPr/>
        </p:nvSpPr>
        <p:spPr>
          <a:xfrm>
            <a:off x="8886256" y="7287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85A897-3F1C-C79C-B868-1BC6E4850941}"/>
              </a:ext>
            </a:extLst>
          </p:cNvPr>
          <p:cNvSpPr txBox="1"/>
          <p:nvPr/>
        </p:nvSpPr>
        <p:spPr>
          <a:xfrm>
            <a:off x="8064879" y="86416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8CD637-05F5-4616-7B82-830B56BC0EC3}"/>
              </a:ext>
            </a:extLst>
          </p:cNvPr>
          <p:cNvSpPr/>
          <p:nvPr/>
        </p:nvSpPr>
        <p:spPr>
          <a:xfrm>
            <a:off x="7646073" y="151773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79F978-132F-165A-62B7-92E3C5915AB2}"/>
              </a:ext>
            </a:extLst>
          </p:cNvPr>
          <p:cNvSpPr/>
          <p:nvPr/>
        </p:nvSpPr>
        <p:spPr>
          <a:xfrm>
            <a:off x="4308945" y="285840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05BF4F-BE63-6F0D-2574-D974B0914237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71985" y="2788462"/>
            <a:ext cx="1874088" cy="389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57AF115-15D6-367D-286C-0B3433A22FF4}"/>
              </a:ext>
            </a:extLst>
          </p:cNvPr>
          <p:cNvCxnSpPr>
            <a:cxnSpLocks/>
          </p:cNvCxnSpPr>
          <p:nvPr/>
        </p:nvCxnSpPr>
        <p:spPr>
          <a:xfrm>
            <a:off x="2343937" y="4284933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9EEA24F-5215-21C9-9CFC-A1517F02ADF6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7646073" y="4994129"/>
            <a:ext cx="1240183" cy="33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13737A8-EDA0-3A7D-AE31-403EF3D0214C}"/>
              </a:ext>
            </a:extLst>
          </p:cNvPr>
          <p:cNvSpPr/>
          <p:nvPr/>
        </p:nvSpPr>
        <p:spPr>
          <a:xfrm>
            <a:off x="6183033" y="46740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543ECE-9921-51BE-D633-FFF62410C9D7}"/>
              </a:ext>
            </a:extLst>
          </p:cNvPr>
          <p:cNvSpPr/>
          <p:nvPr/>
        </p:nvSpPr>
        <p:spPr>
          <a:xfrm>
            <a:off x="8886256" y="501817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F1756B-43D5-ABC9-E1B4-A3A5328A0D1E}"/>
              </a:ext>
            </a:extLst>
          </p:cNvPr>
          <p:cNvSpPr/>
          <p:nvPr/>
        </p:nvSpPr>
        <p:spPr>
          <a:xfrm>
            <a:off x="8886256" y="437787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F7C44FA-BB20-2487-093B-DA8AE5E42156}"/>
              </a:ext>
            </a:extLst>
          </p:cNvPr>
          <p:cNvSpPr/>
          <p:nvPr/>
        </p:nvSpPr>
        <p:spPr>
          <a:xfrm>
            <a:off x="6183033" y="547467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289C0B-1CD2-C35A-7EE6-9EF4782561BD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646073" y="5331300"/>
            <a:ext cx="1240183" cy="46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BD84F89-7FF5-8430-00A7-E38FD4C41C82}"/>
              </a:ext>
            </a:extLst>
          </p:cNvPr>
          <p:cNvSpPr/>
          <p:nvPr/>
        </p:nvSpPr>
        <p:spPr>
          <a:xfrm>
            <a:off x="7646073" y="2798586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151DAB-EB67-2180-6464-6B6E08CAAA85}"/>
              </a:ext>
            </a:extLst>
          </p:cNvPr>
          <p:cNvSpPr txBox="1"/>
          <p:nvPr/>
        </p:nvSpPr>
        <p:spPr>
          <a:xfrm>
            <a:off x="5061730" y="4892437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3D6A42-D513-FCDF-C49E-03FFF4D3FF5C}"/>
              </a:ext>
            </a:extLst>
          </p:cNvPr>
          <p:cNvSpPr txBox="1"/>
          <p:nvPr/>
        </p:nvSpPr>
        <p:spPr>
          <a:xfrm>
            <a:off x="2337241" y="2416608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Answer Effect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1F9339-B121-EC64-2614-FF9B47385F7A}"/>
              </a:ext>
            </a:extLst>
          </p:cNvPr>
          <p:cNvSpPr txBox="1"/>
          <p:nvPr/>
        </p:nvSpPr>
        <p:spPr>
          <a:xfrm>
            <a:off x="2337241" y="5015049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4A1726F5-9267-531F-9A6A-C001238990E6}"/>
              </a:ext>
            </a:extLst>
          </p:cNvPr>
          <p:cNvSpPr/>
          <p:nvPr/>
        </p:nvSpPr>
        <p:spPr>
          <a:xfrm>
            <a:off x="9271591" y="1529652"/>
            <a:ext cx="274320" cy="192024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511261-ACD9-CC5F-7905-2C945442E347}"/>
              </a:ext>
            </a:extLst>
          </p:cNvPr>
          <p:cNvSpPr txBox="1"/>
          <p:nvPr/>
        </p:nvSpPr>
        <p:spPr>
          <a:xfrm>
            <a:off x="9616948" y="2028107"/>
            <a:ext cx="1669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 &amp; reward; Deterrence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22A58D1-CC94-D64E-5522-0532B481D7A4}"/>
              </a:ext>
            </a:extLst>
          </p:cNvPr>
          <p:cNvSpPr/>
          <p:nvPr/>
        </p:nvSpPr>
        <p:spPr>
          <a:xfrm>
            <a:off x="8886256" y="629190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4F759CE-7099-E2E9-5673-9A9270BB3549}"/>
              </a:ext>
            </a:extLst>
          </p:cNvPr>
          <p:cNvSpPr/>
          <p:nvPr/>
        </p:nvSpPr>
        <p:spPr>
          <a:xfrm>
            <a:off x="7646073" y="343223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F1595ECB-99A6-E656-97E1-FBAD91AAC0DE}"/>
              </a:ext>
            </a:extLst>
          </p:cNvPr>
          <p:cNvSpPr/>
          <p:nvPr/>
        </p:nvSpPr>
        <p:spPr>
          <a:xfrm>
            <a:off x="9271591" y="3466277"/>
            <a:ext cx="274320" cy="54864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B29226-B1C6-1B7D-732F-E391951F8D88}"/>
              </a:ext>
            </a:extLst>
          </p:cNvPr>
          <p:cNvSpPr txBox="1"/>
          <p:nvPr/>
        </p:nvSpPr>
        <p:spPr>
          <a:xfrm>
            <a:off x="9616948" y="3377859"/>
            <a:ext cx="1669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Encourage contribution</a:t>
            </a:r>
          </a:p>
        </p:txBody>
      </p:sp>
    </p:spTree>
    <p:extLst>
      <p:ext uri="{BB962C8B-B14F-4D97-AF65-F5344CB8AC3E}">
        <p14:creationId xmlns:p14="http://schemas.microsoft.com/office/powerpoint/2010/main" val="1174447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BF56-7C6E-DA02-501A-E0A326BA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174EC7-F799-FF4A-E54B-D259BCC50394}"/>
              </a:ext>
            </a:extLst>
          </p:cNvPr>
          <p:cNvSpPr/>
          <p:nvPr/>
        </p:nvSpPr>
        <p:spPr>
          <a:xfrm>
            <a:off x="5189063" y="2934471"/>
            <a:ext cx="146304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Marginal Utility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5FC44-4D8C-108F-801F-27B2405649FE}"/>
              </a:ext>
            </a:extLst>
          </p:cNvPr>
          <p:cNvSpPr/>
          <p:nvPr/>
        </p:nvSpPr>
        <p:spPr>
          <a:xfrm>
            <a:off x="2244483" y="233369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Sequence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842A3D-F14A-24D0-C04B-2C823CFB4355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 flipV="1">
            <a:off x="3707523" y="3254511"/>
            <a:ext cx="1481540" cy="58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22148AA-70F1-3C1F-F982-6DCFDA4350CE}"/>
              </a:ext>
            </a:extLst>
          </p:cNvPr>
          <p:cNvSpPr/>
          <p:nvPr/>
        </p:nvSpPr>
        <p:spPr>
          <a:xfrm>
            <a:off x="2244483" y="352147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Information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890A34-763F-D9CD-20D2-FEFC4FA6DFFE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707523" y="2653734"/>
            <a:ext cx="1481540" cy="600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9292F-28D0-3BCC-77C9-04BBCF92E54D}"/>
              </a:ext>
            </a:extLst>
          </p:cNvPr>
          <p:cNvSpPr/>
          <p:nvPr/>
        </p:nvSpPr>
        <p:spPr>
          <a:xfrm>
            <a:off x="8133643" y="233369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F38CA2-7A54-6F52-40F8-2BF9F3F67B81}"/>
              </a:ext>
            </a:extLst>
          </p:cNvPr>
          <p:cNvSpPr/>
          <p:nvPr/>
        </p:nvSpPr>
        <p:spPr>
          <a:xfrm>
            <a:off x="8133643" y="353524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52376A-CBB7-387F-883D-642799147E9B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6652103" y="2653734"/>
            <a:ext cx="1481540" cy="600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B525CA-1B7F-7F3D-A5D7-647AB27D7D48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6652103" y="3254511"/>
            <a:ext cx="1481540" cy="600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2806C8-6CB6-D81F-0EE9-9A4730266AA3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V="1">
            <a:off x="8865163" y="2973774"/>
            <a:ext cx="0" cy="561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D63682B-10B2-5996-4853-03A88A2E3534}"/>
              </a:ext>
            </a:extLst>
          </p:cNvPr>
          <p:cNvCxnSpPr>
            <a:stCxn id="5" idx="1"/>
            <a:endCxn id="8" idx="1"/>
          </p:cNvCxnSpPr>
          <p:nvPr/>
        </p:nvCxnSpPr>
        <p:spPr>
          <a:xfrm rot="10800000" flipV="1">
            <a:off x="2244483" y="2653733"/>
            <a:ext cx="12700" cy="1187777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6D1001A-8249-6C96-8952-76461018AE02}"/>
              </a:ext>
            </a:extLst>
          </p:cNvPr>
          <p:cNvSpPr txBox="1"/>
          <p:nvPr/>
        </p:nvSpPr>
        <p:spPr>
          <a:xfrm>
            <a:off x="646268" y="3069845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Human-AI</a:t>
            </a:r>
          </a:p>
          <a:p>
            <a:pPr algn="ctr"/>
            <a:r>
              <a:rPr lang="en-US" dirty="0"/>
              <a:t>Competition</a:t>
            </a:r>
          </a:p>
        </p:txBody>
      </p:sp>
    </p:spTree>
    <p:extLst>
      <p:ext uri="{BB962C8B-B14F-4D97-AF65-F5344CB8AC3E}">
        <p14:creationId xmlns:p14="http://schemas.microsoft.com/office/powerpoint/2010/main" val="1782236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731C-82AF-FC00-6661-F53BAF99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2658E0-8942-2725-8131-A72636726D21}"/>
              </a:ext>
            </a:extLst>
          </p:cNvPr>
          <p:cNvSpPr/>
          <p:nvPr/>
        </p:nvSpPr>
        <p:spPr>
          <a:xfrm>
            <a:off x="4329954" y="2305777"/>
            <a:ext cx="333487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Content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br>
              <a:rPr lang="en-US" altLang="zh-CN" dirty="0"/>
            </a:br>
            <a:r>
              <a:rPr lang="en-US" altLang="zh-CN" dirty="0"/>
              <a:t>(high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marginal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↓)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5ECC5-85E0-451E-88CB-E3647102C9C3}"/>
              </a:ext>
            </a:extLst>
          </p:cNvPr>
          <p:cNvSpPr/>
          <p:nvPr/>
        </p:nvSpPr>
        <p:spPr>
          <a:xfrm>
            <a:off x="1265080" y="37480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3A8775-EB63-AA3C-C538-7843F4E75BC1}"/>
              </a:ext>
            </a:extLst>
          </p:cNvPr>
          <p:cNvSpPr/>
          <p:nvPr/>
        </p:nvSpPr>
        <p:spPr>
          <a:xfrm>
            <a:off x="8958396" y="26258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2A1549-A88C-CE02-18E0-F1B1964EF439}"/>
              </a:ext>
            </a:extLst>
          </p:cNvPr>
          <p:cNvSpPr/>
          <p:nvPr/>
        </p:nvSpPr>
        <p:spPr>
          <a:xfrm>
            <a:off x="8958396" y="451573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1F9786-74A0-C89E-FF2C-5517656DCDAB}"/>
              </a:ext>
            </a:extLst>
          </p:cNvPr>
          <p:cNvSpPr txBox="1"/>
          <p:nvPr/>
        </p:nvSpPr>
        <p:spPr>
          <a:xfrm>
            <a:off x="1746484" y="1100541"/>
            <a:ext cx="8385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Human-AI</a:t>
            </a:r>
            <a:r>
              <a:rPr lang="zh-CN" altLang="en-US" dirty="0"/>
              <a:t> </a:t>
            </a:r>
            <a:r>
              <a:rPr lang="en-US" dirty="0"/>
              <a:t>Competition</a:t>
            </a:r>
            <a:r>
              <a:rPr lang="zh-CN" altLang="en-US" dirty="0"/>
              <a:t> </a:t>
            </a:r>
            <a:r>
              <a:rPr lang="en-US" altLang="zh-CN" dirty="0"/>
              <a:t>(regard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competitor</a:t>
            </a:r>
            <a:r>
              <a:rPr lang="zh-CN" altLang="en-US" dirty="0"/>
              <a:t> </a:t>
            </a:r>
            <a:r>
              <a:rPr lang="en-US" altLang="zh-CN" dirty="0"/>
              <a:t>answer)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5384D4-AF8B-DA98-585C-340B93C3E606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728120" y="2940675"/>
            <a:ext cx="1601833" cy="1127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8C8FA-A90A-6977-0D77-5F5278CA079F}"/>
              </a:ext>
            </a:extLst>
          </p:cNvPr>
          <p:cNvSpPr/>
          <p:nvPr/>
        </p:nvSpPr>
        <p:spPr>
          <a:xfrm>
            <a:off x="4329953" y="2940675"/>
            <a:ext cx="333487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br>
              <a:rPr lang="en-US" altLang="zh-CN" dirty="0"/>
            </a:br>
            <a:r>
              <a:rPr lang="en-US" altLang="zh-CN" dirty="0"/>
              <a:t>(authority</a:t>
            </a:r>
            <a:r>
              <a:rPr lang="zh-CN" altLang="en-US" dirty="0"/>
              <a:t> </a:t>
            </a:r>
            <a:r>
              <a:rPr lang="en-US" altLang="zh-CN" dirty="0"/>
              <a:t>→ marginal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↓)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B8FC5-3389-10C4-FBF9-F7D5075E934E}"/>
              </a:ext>
            </a:extLst>
          </p:cNvPr>
          <p:cNvSpPr txBox="1"/>
          <p:nvPr/>
        </p:nvSpPr>
        <p:spPr>
          <a:xfrm>
            <a:off x="4653895" y="1885479"/>
            <a:ext cx="2570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Incentive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cost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485473-7655-C09D-358E-36BFB2C1CE67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548282" y="2940675"/>
            <a:ext cx="1410114" cy="5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1684D0-7F2C-7AE7-018C-2EB2889E145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728120" y="4068092"/>
            <a:ext cx="1601832" cy="767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6DFD5CA-A49C-9686-D0EA-0E0BFDAE5C79}"/>
              </a:ext>
            </a:extLst>
          </p:cNvPr>
          <p:cNvSpPr/>
          <p:nvPr/>
        </p:nvSpPr>
        <p:spPr>
          <a:xfrm>
            <a:off x="4329953" y="4515733"/>
            <a:ext cx="333487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Elevated</a:t>
            </a:r>
            <a:r>
              <a:rPr lang="zh-CN" altLang="en-US" dirty="0"/>
              <a:t> </a:t>
            </a:r>
            <a:r>
              <a:rPr lang="en-US" altLang="zh-CN" dirty="0"/>
              <a:t>expectation</a:t>
            </a:r>
            <a:br>
              <a:rPr lang="en-US" altLang="zh-CN" dirty="0"/>
            </a:br>
            <a:r>
              <a:rPr lang="en-US" altLang="zh-CN" dirty="0"/>
              <a:t>(benchmark</a:t>
            </a:r>
            <a:r>
              <a:rPr lang="zh-CN" altLang="en-US" dirty="0"/>
              <a:t> </a:t>
            </a:r>
            <a:r>
              <a:rPr lang="en-US" altLang="zh-CN" dirty="0"/>
              <a:t>↑)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191340-2DD1-76F8-4F27-CA6EBB8B01F0}"/>
              </a:ext>
            </a:extLst>
          </p:cNvPr>
          <p:cNvSpPr txBox="1"/>
          <p:nvPr/>
        </p:nvSpPr>
        <p:spPr>
          <a:xfrm>
            <a:off x="3756423" y="4127094"/>
            <a:ext cx="45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Incentive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(quality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benchmark)</a:t>
            </a:r>
            <a:r>
              <a:rPr lang="zh-CN" altLang="en-US" dirty="0"/>
              <a:t>*</a:t>
            </a:r>
            <a:r>
              <a:rPr lang="en-US" altLang="zh-CN" dirty="0"/>
              <a:t>visibility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0EA263-E16B-EF20-5D8E-C56C0E3F20C7}"/>
              </a:ext>
            </a:extLst>
          </p:cNvPr>
          <p:cNvCxnSpPr>
            <a:cxnSpLocks/>
            <a:stCxn id="27" idx="3"/>
            <a:endCxn id="14" idx="1"/>
          </p:cNvCxnSpPr>
          <p:nvPr/>
        </p:nvCxnSpPr>
        <p:spPr>
          <a:xfrm>
            <a:off x="7664824" y="4835773"/>
            <a:ext cx="12935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136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6119</TotalTime>
  <Words>583</Words>
  <Application>Microsoft Office PowerPoint</Application>
  <PresentationFormat>Widescreen</PresentationFormat>
  <Paragraphs>247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Li</dc:creator>
  <cp:lastModifiedBy>Xin Li</cp:lastModifiedBy>
  <cp:revision>46</cp:revision>
  <dcterms:created xsi:type="dcterms:W3CDTF">2026-03-16T05:50:08Z</dcterms:created>
  <dcterms:modified xsi:type="dcterms:W3CDTF">2026-05-11T05:30:40Z</dcterms:modified>
</cp:coreProperties>
</file>